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0"/>
  </p:notesMasterIdLst>
  <p:sldIdLst>
    <p:sldId id="256" r:id="rId2"/>
    <p:sldId id="265" r:id="rId3"/>
    <p:sldId id="257" r:id="rId4"/>
    <p:sldId id="258" r:id="rId5"/>
    <p:sldId id="261" r:id="rId6"/>
    <p:sldId id="264" r:id="rId7"/>
    <p:sldId id="263" r:id="rId8"/>
    <p:sldId id="259" r:id="rId9"/>
    <p:sldId id="267" r:id="rId10"/>
    <p:sldId id="266" r:id="rId11"/>
    <p:sldId id="262" r:id="rId12"/>
    <p:sldId id="268" r:id="rId13"/>
    <p:sldId id="269" r:id="rId14"/>
    <p:sldId id="284" r:id="rId15"/>
    <p:sldId id="270" r:id="rId16"/>
    <p:sldId id="271" r:id="rId17"/>
    <p:sldId id="272" r:id="rId18"/>
    <p:sldId id="273" r:id="rId19"/>
    <p:sldId id="274" r:id="rId20"/>
    <p:sldId id="275" r:id="rId21"/>
    <p:sldId id="276" r:id="rId22"/>
    <p:sldId id="277" r:id="rId23"/>
    <p:sldId id="283" r:id="rId24"/>
    <p:sldId id="278" r:id="rId25"/>
    <p:sldId id="279" r:id="rId26"/>
    <p:sldId id="280" r:id="rId27"/>
    <p:sldId id="281" r:id="rId28"/>
    <p:sldId id="282" r:id="rId29"/>
  </p:sldIdLst>
  <p:sldSz cx="9144000" cy="6858000" type="screen4x3"/>
  <p:notesSz cx="6946900" cy="9283700"/>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CFD5"/>
    <a:srgbClr val="969696"/>
    <a:srgbClr val="C0C0C0"/>
    <a:srgbClr val="ACA35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3009900" cy="463550"/>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lvl1pPr algn="l" defTabSz="927100">
              <a:defRPr sz="1200"/>
            </a:lvl1pPr>
          </a:lstStyle>
          <a:p>
            <a:endParaRPr lang="en-US"/>
          </a:p>
        </p:txBody>
      </p:sp>
      <p:sp>
        <p:nvSpPr>
          <p:cNvPr id="80899" name="Rectangle 3"/>
          <p:cNvSpPr>
            <a:spLocks noGrp="1" noChangeArrowheads="1"/>
          </p:cNvSpPr>
          <p:nvPr>
            <p:ph type="dt" idx="1"/>
          </p:nvPr>
        </p:nvSpPr>
        <p:spPr bwMode="auto">
          <a:xfrm>
            <a:off x="3937000" y="0"/>
            <a:ext cx="3009900" cy="463550"/>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lvl1pPr algn="r" defTabSz="927100">
              <a:defRPr sz="1200"/>
            </a:lvl1pPr>
          </a:lstStyle>
          <a:p>
            <a:endParaRPr lang="en-US"/>
          </a:p>
        </p:txBody>
      </p:sp>
      <p:sp>
        <p:nvSpPr>
          <p:cNvPr id="80900" name="Rectangle 4"/>
          <p:cNvSpPr>
            <a:spLocks noGrp="1" noRot="1" noChangeAspect="1" noChangeArrowheads="1" noTextEdit="1"/>
          </p:cNvSpPr>
          <p:nvPr>
            <p:ph type="sldImg" idx="2"/>
          </p:nvPr>
        </p:nvSpPr>
        <p:spPr bwMode="auto">
          <a:xfrm>
            <a:off x="1152525" y="696913"/>
            <a:ext cx="4641850" cy="3481387"/>
          </a:xfrm>
          <a:prstGeom prst="rect">
            <a:avLst/>
          </a:prstGeom>
          <a:noFill/>
          <a:ln w="9525">
            <a:solidFill>
              <a:srgbClr val="000000"/>
            </a:solidFill>
            <a:miter lim="800000"/>
            <a:headEnd/>
            <a:tailEnd/>
          </a:ln>
          <a:effectLst/>
        </p:spPr>
      </p:sp>
      <p:sp>
        <p:nvSpPr>
          <p:cNvPr id="80901" name="Rectangle 5"/>
          <p:cNvSpPr>
            <a:spLocks noGrp="1" noChangeArrowheads="1"/>
          </p:cNvSpPr>
          <p:nvPr>
            <p:ph type="body" sz="quarter" idx="3"/>
          </p:nvPr>
        </p:nvSpPr>
        <p:spPr bwMode="auto">
          <a:xfrm>
            <a:off x="925513" y="4410075"/>
            <a:ext cx="5095875" cy="4176713"/>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0902" name="Rectangle 6"/>
          <p:cNvSpPr>
            <a:spLocks noGrp="1" noChangeArrowheads="1"/>
          </p:cNvSpPr>
          <p:nvPr>
            <p:ph type="ftr" sz="quarter" idx="4"/>
          </p:nvPr>
        </p:nvSpPr>
        <p:spPr bwMode="auto">
          <a:xfrm>
            <a:off x="0" y="8820150"/>
            <a:ext cx="3009900" cy="463550"/>
          </a:xfrm>
          <a:prstGeom prst="rect">
            <a:avLst/>
          </a:prstGeom>
          <a:noFill/>
          <a:ln w="9525">
            <a:noFill/>
            <a:miter lim="800000"/>
            <a:headEnd/>
            <a:tailEnd/>
          </a:ln>
          <a:effectLst/>
        </p:spPr>
        <p:txBody>
          <a:bodyPr vert="horz" wrap="square" lIns="92738" tIns="46369" rIns="92738" bIns="46369" numCol="1" anchor="b" anchorCtr="0" compatLnSpc="1">
            <a:prstTxWarp prst="textNoShape">
              <a:avLst/>
            </a:prstTxWarp>
          </a:bodyPr>
          <a:lstStyle>
            <a:lvl1pPr algn="l" defTabSz="927100">
              <a:defRPr sz="1200"/>
            </a:lvl1pPr>
          </a:lstStyle>
          <a:p>
            <a:endParaRPr lang="en-US"/>
          </a:p>
        </p:txBody>
      </p:sp>
      <p:sp>
        <p:nvSpPr>
          <p:cNvPr id="80903" name="Rectangle 7"/>
          <p:cNvSpPr>
            <a:spLocks noGrp="1" noChangeArrowheads="1"/>
          </p:cNvSpPr>
          <p:nvPr>
            <p:ph type="sldNum" sz="quarter" idx="5"/>
          </p:nvPr>
        </p:nvSpPr>
        <p:spPr bwMode="auto">
          <a:xfrm>
            <a:off x="3937000" y="8820150"/>
            <a:ext cx="3009900" cy="463550"/>
          </a:xfrm>
          <a:prstGeom prst="rect">
            <a:avLst/>
          </a:prstGeom>
          <a:noFill/>
          <a:ln w="9525">
            <a:noFill/>
            <a:miter lim="800000"/>
            <a:headEnd/>
            <a:tailEnd/>
          </a:ln>
          <a:effectLst/>
        </p:spPr>
        <p:txBody>
          <a:bodyPr vert="horz" wrap="square" lIns="92738" tIns="46369" rIns="92738" bIns="46369" numCol="1" anchor="b" anchorCtr="0" compatLnSpc="1">
            <a:prstTxWarp prst="textNoShape">
              <a:avLst/>
            </a:prstTxWarp>
          </a:bodyPr>
          <a:lstStyle>
            <a:lvl1pPr algn="r" defTabSz="927100">
              <a:defRPr sz="1200"/>
            </a:lvl1pPr>
          </a:lstStyle>
          <a:p>
            <a:fld id="{E8452B69-891B-4DEB-96AD-8B8B1661441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1pPr>
    <a:lvl2pPr marL="4572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2pPr>
    <a:lvl3pPr marL="9144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3pPr>
    <a:lvl4pPr marL="13716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4pPr>
    <a:lvl5pPr marL="18288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AE5D3A-D27D-4574-A9E9-D7A7FFCDD49E}" type="slidenum">
              <a:rPr lang="en-US"/>
              <a:pPr/>
              <a:t>3</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a:t>Insert a map of your country.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DA0EAC-549C-4E5B-8A62-EF1A9D1A2598}" type="slidenum">
              <a:rPr lang="en-US"/>
              <a:pPr/>
              <a:t>4</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en-US"/>
              <a:t>Insert a picture of one of the geographic features of your country.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B6F26B-9606-453F-A897-EADCD0F95249}" type="slidenum">
              <a:rPr lang="en-US"/>
              <a:pPr/>
              <a:t>5</a:t>
            </a:fld>
            <a:endParaRPr lang="en-US"/>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kumimoji="0" lang="en-US" sz="2400"/>
              <a:t>Insert a picture illustrating a season in your country.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499B0B-B9CE-4914-A734-B849FBCB1CCB}" type="slidenum">
              <a:rPr lang="en-US"/>
              <a:pPr/>
              <a:t>6</a:t>
            </a:fld>
            <a:endParaRPr 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kumimoji="0" lang="en-US" sz="2400"/>
              <a:t>Insert a picture of an animal and or plant found in your country.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365FC6-4D67-42E1-96FD-7F7934A61455}" type="slidenum">
              <a:rPr lang="en-US"/>
              <a:pPr/>
              <a:t>7</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8</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9</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10</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11</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12</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13</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14</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15</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16</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17</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dirty="0"/>
              <a:t>Insert a picture of the head leader of your country.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18</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19</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20</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21</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22</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23</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24</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25</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26</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27</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28</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6257" name="Picture 177" descr="csk_biorep_page1IMAGE"/>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46082" name="Rectangle 2"/>
          <p:cNvSpPr>
            <a:spLocks noGrp="1" noChangeArrowheads="1"/>
          </p:cNvSpPr>
          <p:nvPr>
            <p:ph type="ctrTitle"/>
          </p:nvPr>
        </p:nvSpPr>
        <p:spPr>
          <a:xfrm>
            <a:off x="2268538" y="3176588"/>
            <a:ext cx="6459537" cy="2074862"/>
          </a:xfrm>
        </p:spPr>
        <p:txBody>
          <a:bodyPr/>
          <a:lstStyle>
            <a:lvl1pPr>
              <a:defRPr sz="3200"/>
            </a:lvl1pPr>
          </a:lstStyle>
          <a:p>
            <a:r>
              <a:rPr lang="en-US" smtClean="0"/>
              <a:t>Click to edit Master title style</a:t>
            </a:r>
            <a:endParaRPr lang="en-US"/>
          </a:p>
        </p:txBody>
      </p:sp>
      <p:sp>
        <p:nvSpPr>
          <p:cNvPr id="46083" name="Rectangle 3"/>
          <p:cNvSpPr>
            <a:spLocks noGrp="1" noChangeArrowheads="1"/>
          </p:cNvSpPr>
          <p:nvPr>
            <p:ph type="subTitle" idx="1"/>
          </p:nvPr>
        </p:nvSpPr>
        <p:spPr>
          <a:xfrm>
            <a:off x="431800" y="296863"/>
            <a:ext cx="5629275" cy="1368425"/>
          </a:xfrm>
        </p:spPr>
        <p:txBody>
          <a:bodyPr/>
          <a:lstStyle>
            <a:lvl1pPr marL="0" indent="0">
              <a:buFontTx/>
              <a:buNone/>
              <a:defRPr sz="1200"/>
            </a:lvl1pPr>
          </a:lstStyle>
          <a:p>
            <a:r>
              <a:rPr lang="en-US" smtClean="0"/>
              <a:t>Click to edit Master subtitle style</a:t>
            </a:r>
            <a:endParaRPr lang="en-US"/>
          </a:p>
        </p:txBody>
      </p:sp>
      <p:sp>
        <p:nvSpPr>
          <p:cNvPr id="46254" name="Rectangle 174"/>
          <p:cNvSpPr>
            <a:spLocks noGrp="1" noChangeArrowheads="1"/>
          </p:cNvSpPr>
          <p:nvPr>
            <p:ph type="dt" sz="half" idx="2"/>
          </p:nvPr>
        </p:nvSpPr>
        <p:spPr/>
        <p:txBody>
          <a:bodyPr/>
          <a:lstStyle>
            <a:lvl1pPr>
              <a:defRPr/>
            </a:lvl1pPr>
          </a:lstStyle>
          <a:p>
            <a:endParaRPr lang="en-US"/>
          </a:p>
        </p:txBody>
      </p:sp>
      <p:sp>
        <p:nvSpPr>
          <p:cNvPr id="46255" name="Rectangle 175"/>
          <p:cNvSpPr>
            <a:spLocks noGrp="1" noChangeArrowheads="1"/>
          </p:cNvSpPr>
          <p:nvPr>
            <p:ph type="ftr" sz="quarter" idx="3"/>
          </p:nvPr>
        </p:nvSpPr>
        <p:spPr/>
        <p:txBody>
          <a:bodyPr/>
          <a:lstStyle>
            <a:lvl1pPr>
              <a:defRPr/>
            </a:lvl1pPr>
          </a:lstStyle>
          <a:p>
            <a:endParaRPr lang="en-US"/>
          </a:p>
        </p:txBody>
      </p:sp>
      <p:sp>
        <p:nvSpPr>
          <p:cNvPr id="46256" name="Rectangle 176"/>
          <p:cNvSpPr>
            <a:spLocks noGrp="1" noChangeArrowheads="1"/>
          </p:cNvSpPr>
          <p:nvPr>
            <p:ph type="sldNum" sz="quarter" idx="4"/>
          </p:nvPr>
        </p:nvSpPr>
        <p:spPr/>
        <p:txBody>
          <a:bodyPr/>
          <a:lstStyle>
            <a:lvl1pPr>
              <a:defRPr/>
            </a:lvl1pPr>
          </a:lstStyle>
          <a:p>
            <a:fld id="{61A31AD3-DB2E-439D-8DDE-9FEE63F44D7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A574F2E-3576-41C6-83B2-22027F4443C9}"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6556318-3C37-4764-8E53-1531ABFD2B6C}"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908175" y="1449388"/>
            <a:ext cx="3343275" cy="47513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03850" y="1449388"/>
            <a:ext cx="3344863" cy="47513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B1A09C5-A389-456B-B844-F44794151E90}"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953AC6A-C5AF-4D92-A487-5D61C82BE0F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7002FBC-2C2A-446B-9049-496D3A70D89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918D059-6BCE-4E94-98C0-2EBBA825BC0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6E6246E-CF76-487D-AD75-7AD42DE09C1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E720989-1A92-4FB5-ADB7-51B7DEA4707E}"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05BFA8A-A408-4A0B-AB5C-D5C9AB34E3F3}"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25425"/>
            <a:ext cx="1709738" cy="59753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908175" y="225425"/>
            <a:ext cx="4978400" cy="59753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C3D2715-B88A-4CAC-A1F0-415215022EEF}"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908175" y="225425"/>
            <a:ext cx="6840538" cy="10080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908175" y="1449388"/>
            <a:ext cx="3343275" cy="4751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403850" y="1449388"/>
            <a:ext cx="3344863" cy="4751387"/>
          </a:xfrm>
        </p:spPr>
        <p:txBody>
          <a:bodyPr/>
          <a:lstStyle/>
          <a:p>
            <a:r>
              <a:rPr lang="en-US" smtClean="0"/>
              <a:t>Click icon to add clip art</a:t>
            </a:r>
            <a:endParaRPr lang="en-US"/>
          </a:p>
        </p:txBody>
      </p:sp>
      <p:sp>
        <p:nvSpPr>
          <p:cNvPr id="5" name="Date Placeholder 4"/>
          <p:cNvSpPr>
            <a:spLocks noGrp="1"/>
          </p:cNvSpPr>
          <p:nvPr>
            <p:ph type="dt" sz="half" idx="10"/>
          </p:nvPr>
        </p:nvSpPr>
        <p:spPr>
          <a:xfrm>
            <a:off x="431800" y="6308725"/>
            <a:ext cx="1838325" cy="349250"/>
          </a:xfrm>
        </p:spPr>
        <p:txBody>
          <a:bodyPr/>
          <a:lstStyle>
            <a:lvl1pPr>
              <a:defRPr/>
            </a:lvl1pPr>
          </a:lstStyle>
          <a:p>
            <a:endParaRPr lang="en-US"/>
          </a:p>
        </p:txBody>
      </p:sp>
      <p:sp>
        <p:nvSpPr>
          <p:cNvPr id="6" name="Footer Placeholder 5"/>
          <p:cNvSpPr>
            <a:spLocks noGrp="1"/>
          </p:cNvSpPr>
          <p:nvPr>
            <p:ph type="ftr" sz="quarter" idx="11"/>
          </p:nvPr>
        </p:nvSpPr>
        <p:spPr>
          <a:xfrm>
            <a:off x="2376488" y="6308725"/>
            <a:ext cx="4314825" cy="349250"/>
          </a:xfrm>
        </p:spPr>
        <p:txBody>
          <a:bodyPr/>
          <a:lstStyle>
            <a:lvl1pPr>
              <a:defRPr/>
            </a:lvl1pPr>
          </a:lstStyle>
          <a:p>
            <a:endParaRPr lang="en-US"/>
          </a:p>
        </p:txBody>
      </p:sp>
      <p:sp>
        <p:nvSpPr>
          <p:cNvPr id="7" name="Slide Number Placeholder 6"/>
          <p:cNvSpPr>
            <a:spLocks noGrp="1"/>
          </p:cNvSpPr>
          <p:nvPr>
            <p:ph type="sldNum" sz="quarter" idx="12"/>
          </p:nvPr>
        </p:nvSpPr>
        <p:spPr>
          <a:xfrm>
            <a:off x="6843713" y="6308725"/>
            <a:ext cx="1905000" cy="349250"/>
          </a:xfrm>
        </p:spPr>
        <p:txBody>
          <a:bodyPr/>
          <a:lstStyle>
            <a:lvl1pPr>
              <a:defRPr/>
            </a:lvl1pPr>
          </a:lstStyle>
          <a:p>
            <a:fld id="{1ABB2C6B-CDF8-4EE7-BD88-FEFDB1D2511E}"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908175" y="225425"/>
            <a:ext cx="6840538" cy="10080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908175" y="1449388"/>
            <a:ext cx="6840538" cy="2298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908175" y="3900488"/>
            <a:ext cx="6840538" cy="23002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31800" y="6308725"/>
            <a:ext cx="1838325" cy="349250"/>
          </a:xfrm>
        </p:spPr>
        <p:txBody>
          <a:bodyPr/>
          <a:lstStyle>
            <a:lvl1pPr>
              <a:defRPr/>
            </a:lvl1pPr>
          </a:lstStyle>
          <a:p>
            <a:endParaRPr lang="en-US"/>
          </a:p>
        </p:txBody>
      </p:sp>
      <p:sp>
        <p:nvSpPr>
          <p:cNvPr id="6" name="Footer Placeholder 5"/>
          <p:cNvSpPr>
            <a:spLocks noGrp="1"/>
          </p:cNvSpPr>
          <p:nvPr>
            <p:ph type="ftr" sz="quarter" idx="11"/>
          </p:nvPr>
        </p:nvSpPr>
        <p:spPr>
          <a:xfrm>
            <a:off x="2376488" y="6308725"/>
            <a:ext cx="4314825" cy="349250"/>
          </a:xfrm>
        </p:spPr>
        <p:txBody>
          <a:bodyPr/>
          <a:lstStyle>
            <a:lvl1pPr>
              <a:defRPr/>
            </a:lvl1pPr>
          </a:lstStyle>
          <a:p>
            <a:endParaRPr lang="en-US"/>
          </a:p>
        </p:txBody>
      </p:sp>
      <p:sp>
        <p:nvSpPr>
          <p:cNvPr id="7" name="Slide Number Placeholder 6"/>
          <p:cNvSpPr>
            <a:spLocks noGrp="1"/>
          </p:cNvSpPr>
          <p:nvPr>
            <p:ph type="sldNum" sz="quarter" idx="12"/>
          </p:nvPr>
        </p:nvSpPr>
        <p:spPr>
          <a:xfrm>
            <a:off x="6843713" y="6308725"/>
            <a:ext cx="1905000" cy="349250"/>
          </a:xfrm>
        </p:spPr>
        <p:txBody>
          <a:bodyPr/>
          <a:lstStyle>
            <a:lvl1pPr>
              <a:defRPr/>
            </a:lvl1pPr>
          </a:lstStyle>
          <a:p>
            <a:fld id="{6C4FE104-C7FA-4F7D-A4FA-739267F4D8B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694" name="Picture 166" descr="csk_biorep_page2IMAGE"/>
          <p:cNvPicPr>
            <a:picLocks noChangeAspect="1" noChangeArrowheads="1"/>
          </p:cNvPicPr>
          <p:nvPr/>
        </p:nvPicPr>
        <p:blipFill>
          <a:blip r:embed="rId15"/>
          <a:srcRect/>
          <a:stretch>
            <a:fillRect/>
          </a:stretch>
        </p:blipFill>
        <p:spPr bwMode="auto">
          <a:xfrm>
            <a:off x="0" y="0"/>
            <a:ext cx="9144000" cy="6858000"/>
          </a:xfrm>
          <a:prstGeom prst="rect">
            <a:avLst/>
          </a:prstGeom>
          <a:noFill/>
        </p:spPr>
      </p:pic>
      <p:sp>
        <p:nvSpPr>
          <p:cNvPr id="22530" name="Rectangle 2"/>
          <p:cNvSpPr>
            <a:spLocks noGrp="1" noChangeArrowheads="1"/>
          </p:cNvSpPr>
          <p:nvPr>
            <p:ph type="title"/>
          </p:nvPr>
        </p:nvSpPr>
        <p:spPr bwMode="auto">
          <a:xfrm>
            <a:off x="1908175" y="225425"/>
            <a:ext cx="6840538" cy="1008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22531" name="Rectangle 3"/>
          <p:cNvSpPr>
            <a:spLocks noGrp="1" noChangeArrowheads="1"/>
          </p:cNvSpPr>
          <p:nvPr>
            <p:ph type="body" idx="1"/>
          </p:nvPr>
        </p:nvSpPr>
        <p:spPr bwMode="auto">
          <a:xfrm>
            <a:off x="1908175" y="1449388"/>
            <a:ext cx="6840538" cy="47513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2532" name="Rectangle 4"/>
          <p:cNvSpPr>
            <a:spLocks noGrp="1" noChangeArrowheads="1"/>
          </p:cNvSpPr>
          <p:nvPr>
            <p:ph type="dt" sz="half" idx="2"/>
          </p:nvPr>
        </p:nvSpPr>
        <p:spPr bwMode="auto">
          <a:xfrm>
            <a:off x="431800" y="6308725"/>
            <a:ext cx="1838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900">
                <a:latin typeface="+mn-lt"/>
              </a:defRPr>
            </a:lvl1pPr>
          </a:lstStyle>
          <a:p>
            <a:endParaRPr lang="en-US"/>
          </a:p>
        </p:txBody>
      </p:sp>
      <p:sp>
        <p:nvSpPr>
          <p:cNvPr id="22533" name="Rectangle 5"/>
          <p:cNvSpPr>
            <a:spLocks noGrp="1" noChangeArrowheads="1"/>
          </p:cNvSpPr>
          <p:nvPr>
            <p:ph type="ftr" sz="quarter" idx="3"/>
          </p:nvPr>
        </p:nvSpPr>
        <p:spPr bwMode="auto">
          <a:xfrm>
            <a:off x="2376488" y="6308725"/>
            <a:ext cx="43148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900">
                <a:latin typeface="+mn-lt"/>
              </a:defRPr>
            </a:lvl1pPr>
          </a:lstStyle>
          <a:p>
            <a:endParaRPr lang="en-US"/>
          </a:p>
        </p:txBody>
      </p:sp>
      <p:sp>
        <p:nvSpPr>
          <p:cNvPr id="22534" name="Rectangle 6"/>
          <p:cNvSpPr>
            <a:spLocks noGrp="1" noChangeArrowheads="1"/>
          </p:cNvSpPr>
          <p:nvPr>
            <p:ph type="sldNum" sz="quarter" idx="4"/>
          </p:nvPr>
        </p:nvSpPr>
        <p:spPr bwMode="auto">
          <a:xfrm>
            <a:off x="6843713" y="6308725"/>
            <a:ext cx="1905000"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900">
                <a:latin typeface="+mn-lt"/>
              </a:defRPr>
            </a:lvl1pPr>
          </a:lstStyle>
          <a:p>
            <a:fld id="{7F6E6574-B6C5-4118-9383-2EA89E6A8F8C}"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rtl="0" eaLnBrk="1" fontAlgn="base" hangingPunct="1">
        <a:spcBef>
          <a:spcPct val="0"/>
        </a:spcBef>
        <a:spcAft>
          <a:spcPct val="0"/>
        </a:spcAft>
        <a:defRPr sz="2800">
          <a:solidFill>
            <a:schemeClr val="tx1"/>
          </a:solidFill>
          <a:latin typeface="+mj-lt"/>
          <a:ea typeface="+mj-ea"/>
          <a:cs typeface="+mj-cs"/>
        </a:defRPr>
      </a:lvl1pPr>
      <a:lvl2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2pPr>
      <a:lvl3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3pPr>
      <a:lvl4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4pPr>
      <a:lvl5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5pPr>
      <a:lvl6pPr marL="457200" algn="l" rtl="0" eaLnBrk="1" fontAlgn="base" hangingPunct="1">
        <a:spcBef>
          <a:spcPct val="0"/>
        </a:spcBef>
        <a:spcAft>
          <a:spcPct val="0"/>
        </a:spcAft>
        <a:defRPr sz="2800">
          <a:solidFill>
            <a:schemeClr val="tx1"/>
          </a:solidFill>
          <a:latin typeface="Century Gothic" pitchFamily="34" charset="0"/>
          <a:cs typeface="Times New Roman" pitchFamily="18" charset="0"/>
        </a:defRPr>
      </a:lvl6pPr>
      <a:lvl7pPr marL="914400" algn="l" rtl="0" eaLnBrk="1" fontAlgn="base" hangingPunct="1">
        <a:spcBef>
          <a:spcPct val="0"/>
        </a:spcBef>
        <a:spcAft>
          <a:spcPct val="0"/>
        </a:spcAft>
        <a:defRPr sz="2800">
          <a:solidFill>
            <a:schemeClr val="tx1"/>
          </a:solidFill>
          <a:latin typeface="Century Gothic" pitchFamily="34" charset="0"/>
          <a:cs typeface="Times New Roman" pitchFamily="18" charset="0"/>
        </a:defRPr>
      </a:lvl7pPr>
      <a:lvl8pPr marL="1371600" algn="l" rtl="0" eaLnBrk="1" fontAlgn="base" hangingPunct="1">
        <a:spcBef>
          <a:spcPct val="0"/>
        </a:spcBef>
        <a:spcAft>
          <a:spcPct val="0"/>
        </a:spcAft>
        <a:defRPr sz="2800">
          <a:solidFill>
            <a:schemeClr val="tx1"/>
          </a:solidFill>
          <a:latin typeface="Century Gothic" pitchFamily="34" charset="0"/>
          <a:cs typeface="Times New Roman" pitchFamily="18" charset="0"/>
        </a:defRPr>
      </a:lvl8pPr>
      <a:lvl9pPr marL="1828800" algn="l" rtl="0" eaLnBrk="1" fontAlgn="base" hangingPunct="1">
        <a:spcBef>
          <a:spcPct val="0"/>
        </a:spcBef>
        <a:spcAft>
          <a:spcPct val="0"/>
        </a:spcAft>
        <a:defRPr sz="2800">
          <a:solidFill>
            <a:schemeClr val="tx1"/>
          </a:solidFill>
          <a:latin typeface="Century Gothic" pitchFamily="34" charset="0"/>
          <a:cs typeface="Times New Roman" pitchFamily="18" charset="0"/>
        </a:defRPr>
      </a:lvl9pPr>
    </p:titleStyle>
    <p:bodyStyle>
      <a:lvl1pPr marL="342900" indent="-342900" algn="l" rtl="0" eaLnBrk="1" fontAlgn="base" hangingPunct="1">
        <a:spcBef>
          <a:spcPct val="20000"/>
        </a:spcBef>
        <a:spcAft>
          <a:spcPct val="20000"/>
        </a:spcAft>
        <a:buClr>
          <a:schemeClr val="tx1"/>
        </a:buClr>
        <a:buChar char="•"/>
        <a:defRPr sz="2000">
          <a:solidFill>
            <a:schemeClr val="tx1"/>
          </a:solidFill>
          <a:latin typeface="+mn-lt"/>
          <a:ea typeface="+mn-ea"/>
          <a:cs typeface="+mn-cs"/>
        </a:defRPr>
      </a:lvl1pPr>
      <a:lvl2pPr marL="742950" indent="-285750" algn="l" rtl="0" eaLnBrk="1" fontAlgn="base" hangingPunct="1">
        <a:spcBef>
          <a:spcPct val="20000"/>
        </a:spcBef>
        <a:spcAft>
          <a:spcPct val="20000"/>
        </a:spcAft>
        <a:buClr>
          <a:schemeClr val="tx1"/>
        </a:buClr>
        <a:buChar char="•"/>
        <a:defRPr>
          <a:solidFill>
            <a:schemeClr val="tx1"/>
          </a:solidFill>
          <a:latin typeface="+mn-lt"/>
          <a:cs typeface="+mn-cs"/>
        </a:defRPr>
      </a:lvl2pPr>
      <a:lvl3pPr marL="1143000" indent="-228600" algn="l" rtl="0" eaLnBrk="1" fontAlgn="base" hangingPunct="1">
        <a:spcBef>
          <a:spcPct val="20000"/>
        </a:spcBef>
        <a:spcAft>
          <a:spcPct val="20000"/>
        </a:spcAft>
        <a:buClr>
          <a:schemeClr val="tx1"/>
        </a:buClr>
        <a:buChar char="•"/>
        <a:defRPr sz="1600">
          <a:solidFill>
            <a:schemeClr val="tx1"/>
          </a:solidFill>
          <a:latin typeface="+mn-lt"/>
          <a:cs typeface="+mn-cs"/>
        </a:defRPr>
      </a:lvl3pPr>
      <a:lvl4pPr marL="1600200" indent="-228600" algn="l" rtl="0" eaLnBrk="1" fontAlgn="base" hangingPunct="1">
        <a:spcBef>
          <a:spcPct val="20000"/>
        </a:spcBef>
        <a:spcAft>
          <a:spcPct val="20000"/>
        </a:spcAft>
        <a:buClr>
          <a:schemeClr val="tx1"/>
        </a:buClr>
        <a:buChar char="•"/>
        <a:defRPr sz="1400">
          <a:solidFill>
            <a:schemeClr val="tx1"/>
          </a:solidFill>
          <a:latin typeface="+mn-lt"/>
          <a:cs typeface="+mn-cs"/>
        </a:defRPr>
      </a:lvl4pPr>
      <a:lvl5pPr marL="2057400" indent="-228600" algn="l" rtl="0" eaLnBrk="1" fontAlgn="base" hangingPunct="1">
        <a:spcBef>
          <a:spcPct val="20000"/>
        </a:spcBef>
        <a:spcAft>
          <a:spcPct val="20000"/>
        </a:spcAft>
        <a:buClr>
          <a:schemeClr val="tx1"/>
        </a:buClr>
        <a:buChar char="•"/>
        <a:defRPr sz="1200">
          <a:solidFill>
            <a:schemeClr val="tx1"/>
          </a:solidFill>
          <a:latin typeface="+mn-lt"/>
          <a:cs typeface="+mn-cs"/>
        </a:defRPr>
      </a:lvl5pPr>
      <a:lvl6pPr marL="2514600" indent="-228600" algn="l" rtl="0" eaLnBrk="1" fontAlgn="base" hangingPunct="1">
        <a:spcBef>
          <a:spcPct val="20000"/>
        </a:spcBef>
        <a:spcAft>
          <a:spcPct val="20000"/>
        </a:spcAft>
        <a:buClr>
          <a:schemeClr val="tx1"/>
        </a:buClr>
        <a:buChar char="•"/>
        <a:defRPr sz="1200">
          <a:solidFill>
            <a:schemeClr val="tx1"/>
          </a:solidFill>
          <a:latin typeface="+mn-lt"/>
          <a:cs typeface="+mn-cs"/>
        </a:defRPr>
      </a:lvl6pPr>
      <a:lvl7pPr marL="2971800" indent="-228600" algn="l" rtl="0" eaLnBrk="1" fontAlgn="base" hangingPunct="1">
        <a:spcBef>
          <a:spcPct val="20000"/>
        </a:spcBef>
        <a:spcAft>
          <a:spcPct val="20000"/>
        </a:spcAft>
        <a:buClr>
          <a:schemeClr val="tx1"/>
        </a:buClr>
        <a:buChar char="•"/>
        <a:defRPr sz="1200">
          <a:solidFill>
            <a:schemeClr val="tx1"/>
          </a:solidFill>
          <a:latin typeface="+mn-lt"/>
          <a:cs typeface="+mn-cs"/>
        </a:defRPr>
      </a:lvl7pPr>
      <a:lvl8pPr marL="3429000" indent="-228600" algn="l" rtl="0" eaLnBrk="1" fontAlgn="base" hangingPunct="1">
        <a:spcBef>
          <a:spcPct val="20000"/>
        </a:spcBef>
        <a:spcAft>
          <a:spcPct val="20000"/>
        </a:spcAft>
        <a:buClr>
          <a:schemeClr val="tx1"/>
        </a:buClr>
        <a:buChar char="•"/>
        <a:defRPr sz="1200">
          <a:solidFill>
            <a:schemeClr val="tx1"/>
          </a:solidFill>
          <a:latin typeface="+mn-lt"/>
          <a:cs typeface="+mn-cs"/>
        </a:defRPr>
      </a:lvl8pPr>
      <a:lvl9pPr marL="3886200" indent="-228600" algn="l" rtl="0" eaLnBrk="1" fontAlgn="base" hangingPunct="1">
        <a:spcBef>
          <a:spcPct val="20000"/>
        </a:spcBef>
        <a:spcAft>
          <a:spcPct val="20000"/>
        </a:spcAft>
        <a:buClr>
          <a:schemeClr val="tx1"/>
        </a:buClr>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mailto:asifalirazzza@yahoo.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hyperlink" Target="http://lohndal.com/wp-content/uploads/lasniklohndal.pdf" TargetMode="External"/><Relationship Id="rId3" Type="http://schemas.openxmlformats.org/officeDocument/2006/relationships/hyperlink" Target="http://www.personal.uni-jena.de/~x4diho/FORM.Generative%20grammar%20theory.pdf" TargetMode="External"/><Relationship Id="rId7" Type="http://schemas.openxmlformats.org/officeDocument/2006/relationships/hyperlink" Target="http://philosophy.fas.nyu.edu/docs/IO/1176/SchifferMeaningAndFormalSemantics.pdf"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hyperlink" Target="http://dingo.sbs.arizona.edu/~massimo/publications/PDF/MPPCecchetto1.pdf" TargetMode="External"/><Relationship Id="rId11" Type="http://schemas.openxmlformats.org/officeDocument/2006/relationships/hyperlink" Target="http://lingo.stanford.edu/sag/papers/harman63.pdf" TargetMode="External"/><Relationship Id="rId5" Type="http://schemas.openxmlformats.org/officeDocument/2006/relationships/hyperlink" Target="http://linguistics.arizona.edu/sites/linguistics.arizona.edu/files/3.Carnie%20Chapter1%20Introduction.pdf" TargetMode="External"/><Relationship Id="rId10" Type="http://schemas.openxmlformats.org/officeDocument/2006/relationships/hyperlink" Target="http://en.wikipedia.org/wiki/Generative_grammar" TargetMode="External"/><Relationship Id="rId4" Type="http://schemas.openxmlformats.org/officeDocument/2006/relationships/hyperlink" Target="https://linguistics.stonybrook.edu/files/undergrad_theses/mcadams.pdf" TargetMode="External"/><Relationship Id="rId9" Type="http://schemas.openxmlformats.org/officeDocument/2006/relationships/hyperlink" Target="http://wac.colostate.edu/jbw/v6n2/noguchi.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2" name="Rectangle 8"/>
          <p:cNvSpPr>
            <a:spLocks noGrp="1" noChangeArrowheads="1"/>
          </p:cNvSpPr>
          <p:nvPr>
            <p:ph type="subTitle" idx="1"/>
          </p:nvPr>
        </p:nvSpPr>
        <p:spPr>
          <a:xfrm>
            <a:off x="609601" y="2481943"/>
            <a:ext cx="8011886" cy="1436914"/>
          </a:xfrm>
        </p:spPr>
        <p:txBody>
          <a:bodyPr anchor="ctr"/>
          <a:lstStyle/>
          <a:p>
            <a:pPr algn="ctr"/>
            <a:r>
              <a:rPr lang="en-US" sz="3500" b="1" i="1" dirty="0" smtClean="0">
                <a:solidFill>
                  <a:schemeClr val="accent6">
                    <a:lumMod val="50000"/>
                  </a:schemeClr>
                </a:solidFill>
              </a:rPr>
              <a:t>In the name of Allah, the most Beneficent, the most Merciful.</a:t>
            </a:r>
            <a:endParaRPr lang="en-US" sz="3500" b="1" i="1" dirty="0">
              <a:solidFill>
                <a:schemeClr val="accent6">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592">
                                            <p:txEl>
                                              <p:pRg st="0" end="0"/>
                                            </p:txEl>
                                          </p:spTgt>
                                        </p:tgtEl>
                                        <p:attrNameLst>
                                          <p:attrName>style.visibility</p:attrName>
                                        </p:attrNameLst>
                                      </p:cBhvr>
                                      <p:to>
                                        <p:strVal val="visible"/>
                                      </p:to>
                                    </p:set>
                                    <p:animEffect transition="in" filter="blinds(horizontal)">
                                      <p:cBhvr>
                                        <p:cTn id="7" dur="1000"/>
                                        <p:tgtEl>
                                          <p:spTgt spid="675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4"/>
          <p:cNvSpPr>
            <a:spLocks noGrp="1" noChangeArrowheads="1"/>
          </p:cNvSpPr>
          <p:nvPr>
            <p:ph type="ctrTitle"/>
          </p:nvPr>
        </p:nvSpPr>
        <p:spPr>
          <a:xfrm>
            <a:off x="4354284" y="3178628"/>
            <a:ext cx="4601029" cy="2133600"/>
          </a:xfrm>
          <a:ln w="57150">
            <a:solidFill>
              <a:schemeClr val="accent6">
                <a:lumMod val="75000"/>
              </a:schemeClr>
            </a:solidFill>
          </a:ln>
        </p:spPr>
        <p:txBody>
          <a:bodyPr anchor="ctr"/>
          <a:lstStyle/>
          <a:p>
            <a:pPr algn="ctr">
              <a:lnSpc>
                <a:spcPct val="150000"/>
              </a:lnSpc>
            </a:pPr>
            <a: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t>CHAPTER 8</a:t>
            </a:r>
            <a:b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br>
            <a: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t>SYNTAX</a:t>
            </a:r>
            <a:endParaRPr lang="en-US" sz="4800" b="1" dirty="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endParaRPr>
          </a:p>
        </p:txBody>
      </p:sp>
      <p:sp>
        <p:nvSpPr>
          <p:cNvPr id="67592" name="Rectangle 8"/>
          <p:cNvSpPr>
            <a:spLocks noGrp="1" noChangeArrowheads="1"/>
          </p:cNvSpPr>
          <p:nvPr>
            <p:ph type="subTitle" idx="1"/>
          </p:nvPr>
        </p:nvSpPr>
        <p:spPr>
          <a:xfrm>
            <a:off x="431800" y="311378"/>
            <a:ext cx="5629275" cy="1557179"/>
          </a:xfrm>
        </p:spPr>
        <p:txBody>
          <a:bodyPr/>
          <a:lstStyle/>
          <a:p>
            <a:r>
              <a:rPr lang="en-US" sz="2200" b="1" i="1" dirty="0" smtClean="0">
                <a:solidFill>
                  <a:schemeClr val="bg1">
                    <a:lumMod val="50000"/>
                  </a:schemeClr>
                </a:solidFill>
              </a:rPr>
              <a:t>Presented by: </a:t>
            </a:r>
            <a:r>
              <a:rPr lang="en-US" sz="2200" b="1" i="1" dirty="0" err="1" smtClean="0">
                <a:solidFill>
                  <a:schemeClr val="bg1">
                    <a:lumMod val="50000"/>
                  </a:schemeClr>
                </a:solidFill>
              </a:rPr>
              <a:t>Asif</a:t>
            </a:r>
            <a:r>
              <a:rPr lang="en-US" sz="2200" b="1" i="1" dirty="0" smtClean="0">
                <a:solidFill>
                  <a:schemeClr val="bg1">
                    <a:lumMod val="50000"/>
                  </a:schemeClr>
                </a:solidFill>
              </a:rPr>
              <a:t> Ali </a:t>
            </a:r>
            <a:r>
              <a:rPr lang="en-US" sz="2200" b="1" i="1" dirty="0" err="1" smtClean="0">
                <a:solidFill>
                  <a:schemeClr val="bg1">
                    <a:lumMod val="50000"/>
                  </a:schemeClr>
                </a:solidFill>
              </a:rPr>
              <a:t>Raza</a:t>
            </a:r>
            <a:endParaRPr lang="en-US" sz="2200" b="1" i="1" dirty="0" smtClean="0">
              <a:solidFill>
                <a:schemeClr val="bg1">
                  <a:lumMod val="50000"/>
                </a:schemeClr>
              </a:solidFill>
            </a:endParaRPr>
          </a:p>
          <a:p>
            <a:r>
              <a:rPr lang="en-US" sz="2200" b="1" i="1" dirty="0" smtClean="0">
                <a:solidFill>
                  <a:schemeClr val="bg1">
                    <a:lumMod val="50000"/>
                  </a:schemeClr>
                </a:solidFill>
                <a:hlinkClick r:id="rId2"/>
              </a:rPr>
              <a:t>asifalirazzza@yahoo.com</a:t>
            </a:r>
            <a:endParaRPr lang="en-US" sz="2200" b="1" i="1" dirty="0" smtClean="0">
              <a:solidFill>
                <a:schemeClr val="bg1">
                  <a:lumMod val="50000"/>
                </a:schemeClr>
              </a:solidFill>
            </a:endParaRPr>
          </a:p>
          <a:p>
            <a:r>
              <a:rPr lang="en-US" sz="2200" b="1" i="1" dirty="0" smtClean="0">
                <a:solidFill>
                  <a:schemeClr val="bg1">
                    <a:lumMod val="50000"/>
                  </a:schemeClr>
                </a:solidFill>
              </a:rPr>
              <a:t>+92-300-4626234</a:t>
            </a:r>
            <a:endParaRPr lang="en-US" sz="2200" b="1" i="1" dirty="0">
              <a:solidFill>
                <a:schemeClr val="bg1">
                  <a:lumMod val="50000"/>
                </a:schemeClr>
              </a:solidFill>
            </a:endParaRPr>
          </a:p>
        </p:txBody>
      </p:sp>
      <p:pic>
        <p:nvPicPr>
          <p:cNvPr id="6" name="Picture 5" descr="mul.jpg"/>
          <p:cNvPicPr>
            <a:picLocks noChangeAspect="1"/>
          </p:cNvPicPr>
          <p:nvPr/>
        </p:nvPicPr>
        <p:blipFill>
          <a:blip r:embed="rId3">
            <a:lum contrast="-30000"/>
          </a:blip>
          <a:stretch>
            <a:fillRect/>
          </a:stretch>
        </p:blipFill>
        <p:spPr>
          <a:xfrm>
            <a:off x="188687" y="3193143"/>
            <a:ext cx="3962400" cy="2090058"/>
          </a:xfrm>
          <a:prstGeom prst="rect">
            <a:avLst/>
          </a:prstGeom>
          <a:ln w="57150">
            <a:solidFill>
              <a:schemeClr val="accent6">
                <a:lumMod val="7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7588"/>
                                        </p:tgtEl>
                                        <p:attrNameLst>
                                          <p:attrName>style.visibility</p:attrName>
                                        </p:attrNameLst>
                                      </p:cBhvr>
                                      <p:to>
                                        <p:strVal val="visible"/>
                                      </p:to>
                                    </p:set>
                                    <p:animEffect transition="in" filter="slide(fromBottom)">
                                      <p:cBhvr>
                                        <p:cTn id="12" dur="500"/>
                                        <p:tgtEl>
                                          <p:spTgt spid="67588"/>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67592">
                                            <p:txEl>
                                              <p:pRg st="0" end="0"/>
                                            </p:txEl>
                                          </p:spTgt>
                                        </p:tgtEl>
                                        <p:attrNameLst>
                                          <p:attrName>style.visibility</p:attrName>
                                        </p:attrNameLst>
                                      </p:cBhvr>
                                      <p:to>
                                        <p:strVal val="visible"/>
                                      </p:to>
                                    </p:set>
                                    <p:animEffect transition="in" filter="diamond(in)">
                                      <p:cBhvr>
                                        <p:cTn id="17" dur="500"/>
                                        <p:tgtEl>
                                          <p:spTgt spid="675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592">
                                            <p:txEl>
                                              <p:pRg st="1" end="1"/>
                                            </p:txEl>
                                          </p:spTgt>
                                        </p:tgtEl>
                                        <p:attrNameLst>
                                          <p:attrName>style.visibility</p:attrName>
                                        </p:attrNameLst>
                                      </p:cBhvr>
                                      <p:to>
                                        <p:strVal val="visible"/>
                                      </p:to>
                                    </p:set>
                                    <p:animEffect transition="in" filter="diamond(in)">
                                      <p:cBhvr>
                                        <p:cTn id="22" dur="500"/>
                                        <p:tgtEl>
                                          <p:spTgt spid="6759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67592">
                                            <p:txEl>
                                              <p:pRg st="2" end="2"/>
                                            </p:txEl>
                                          </p:spTgt>
                                        </p:tgtEl>
                                        <p:attrNameLst>
                                          <p:attrName>style.visibility</p:attrName>
                                        </p:attrNameLst>
                                      </p:cBhvr>
                                      <p:to>
                                        <p:strVal val="visible"/>
                                      </p:to>
                                    </p:set>
                                    <p:animEffect transition="in" filter="diamond(in)">
                                      <p:cBhvr>
                                        <p:cTn id="27" dur="500"/>
                                        <p:tgtEl>
                                          <p:spTgt spid="675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nimBg="1"/>
      <p:bldP spid="6759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20" name="Rectangle 12"/>
          <p:cNvSpPr>
            <a:spLocks noGrp="1" noChangeArrowheads="1"/>
          </p:cNvSpPr>
          <p:nvPr>
            <p:ph type="title"/>
          </p:nvPr>
        </p:nvSpPr>
        <p:spPr>
          <a:xfrm>
            <a:off x="1247775" y="215900"/>
            <a:ext cx="6840538" cy="1008063"/>
          </a:xfrm>
          <a:noFill/>
        </p:spPr>
        <p:txBody>
          <a:bodyPr/>
          <a:lstStyle/>
          <a:p>
            <a:r>
              <a:rPr lang="en-US" b="1" dirty="0" smtClean="0"/>
              <a:t>Contents</a:t>
            </a:r>
            <a:endParaRPr lang="en-US" b="1" dirty="0"/>
          </a:p>
        </p:txBody>
      </p:sp>
      <p:sp>
        <p:nvSpPr>
          <p:cNvPr id="68623" name="Rectangle 15"/>
          <p:cNvSpPr>
            <a:spLocks noGrp="1" noChangeArrowheads="1"/>
          </p:cNvSpPr>
          <p:nvPr>
            <p:ph type="body" sz="half" idx="1"/>
          </p:nvPr>
        </p:nvSpPr>
        <p:spPr>
          <a:xfrm>
            <a:off x="1908175" y="1449388"/>
            <a:ext cx="4361996" cy="5408612"/>
          </a:xfrm>
        </p:spPr>
        <p:txBody>
          <a:bodyPr/>
          <a:lstStyle/>
          <a:p>
            <a:r>
              <a:rPr lang="en-US" dirty="0" smtClean="0">
                <a:latin typeface="Century Schoolbook" pitchFamily="18" charset="0"/>
              </a:rPr>
              <a:t>What is syntax?</a:t>
            </a:r>
          </a:p>
          <a:p>
            <a:r>
              <a:rPr lang="en-US" dirty="0" smtClean="0">
                <a:latin typeface="Century Schoolbook" pitchFamily="18" charset="0"/>
              </a:rPr>
              <a:t>What is Grammar and its types?</a:t>
            </a:r>
          </a:p>
          <a:p>
            <a:r>
              <a:rPr lang="en-US" dirty="0" smtClean="0">
                <a:latin typeface="Century Schoolbook" pitchFamily="18" charset="0"/>
              </a:rPr>
              <a:t>What is Generative Grammar?</a:t>
            </a:r>
          </a:p>
          <a:p>
            <a:r>
              <a:rPr lang="en-US" dirty="0" smtClean="0">
                <a:latin typeface="Century Schoolbook" pitchFamily="18" charset="0"/>
              </a:rPr>
              <a:t>Deep and Surface Structure</a:t>
            </a:r>
          </a:p>
          <a:p>
            <a:r>
              <a:rPr lang="en-US" dirty="0" smtClean="0">
                <a:latin typeface="Century Schoolbook" pitchFamily="18" charset="0"/>
              </a:rPr>
              <a:t>Structural Ambiguity</a:t>
            </a:r>
          </a:p>
          <a:p>
            <a:r>
              <a:rPr lang="en-US" dirty="0" smtClean="0">
                <a:latin typeface="Century Schoolbook" pitchFamily="18" charset="0"/>
              </a:rPr>
              <a:t>Tree Diagram</a:t>
            </a:r>
          </a:p>
          <a:p>
            <a:r>
              <a:rPr lang="en-US" dirty="0" smtClean="0">
                <a:latin typeface="Century Schoolbook" pitchFamily="18" charset="0"/>
              </a:rPr>
              <a:t>Symbols used in Syntactic Analysis</a:t>
            </a:r>
          </a:p>
          <a:p>
            <a:r>
              <a:rPr lang="en-US" dirty="0" smtClean="0">
                <a:latin typeface="Century Schoolbook" pitchFamily="18" charset="0"/>
              </a:rPr>
              <a:t>Phrase structural rules</a:t>
            </a:r>
          </a:p>
          <a:p>
            <a:r>
              <a:rPr lang="en-US" dirty="0" smtClean="0">
                <a:latin typeface="Century Schoolbook" pitchFamily="18" charset="0"/>
              </a:rPr>
              <a:t>Lexical rules</a:t>
            </a:r>
          </a:p>
          <a:p>
            <a:r>
              <a:rPr lang="en-US" dirty="0" smtClean="0">
                <a:latin typeface="Century Schoolbook" pitchFamily="18" charset="0"/>
              </a:rPr>
              <a:t>Movement rules</a:t>
            </a:r>
          </a:p>
          <a:p>
            <a:r>
              <a:rPr lang="en-US" dirty="0" smtClean="0">
                <a:latin typeface="Century Schoolbook" pitchFamily="18" charset="0"/>
              </a:rPr>
              <a:t>Complement phrase</a:t>
            </a:r>
          </a:p>
          <a:p>
            <a:r>
              <a:rPr lang="en-US" dirty="0" smtClean="0">
                <a:latin typeface="Century Schoolbook" pitchFamily="18" charset="0"/>
              </a:rPr>
              <a:t>Recursion</a:t>
            </a:r>
            <a:endParaRPr lang="en-US"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8620"/>
                                        </p:tgtEl>
                                        <p:attrNameLst>
                                          <p:attrName>style.visibility</p:attrName>
                                        </p:attrNameLst>
                                      </p:cBhvr>
                                      <p:to>
                                        <p:strVal val="visible"/>
                                      </p:to>
                                    </p:set>
                                    <p:animEffect transition="in" filter="box(in)">
                                      <p:cBhvr>
                                        <p:cTn id="7" dur="500"/>
                                        <p:tgtEl>
                                          <p:spTgt spid="686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23">
                                            <p:txEl>
                                              <p:pRg st="0" end="0"/>
                                            </p:txEl>
                                          </p:spTgt>
                                        </p:tgtEl>
                                        <p:attrNameLst>
                                          <p:attrName>style.visibility</p:attrName>
                                        </p:attrNameLst>
                                      </p:cBhvr>
                                      <p:to>
                                        <p:strVal val="visible"/>
                                      </p:to>
                                    </p:set>
                                    <p:animEffect transition="in" filter="blinds(horizontal)">
                                      <p:cBhvr>
                                        <p:cTn id="12" dur="500"/>
                                        <p:tgtEl>
                                          <p:spTgt spid="686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623">
                                            <p:txEl>
                                              <p:pRg st="1" end="1"/>
                                            </p:txEl>
                                          </p:spTgt>
                                        </p:tgtEl>
                                        <p:attrNameLst>
                                          <p:attrName>style.visibility</p:attrName>
                                        </p:attrNameLst>
                                      </p:cBhvr>
                                      <p:to>
                                        <p:strVal val="visible"/>
                                      </p:to>
                                    </p:set>
                                    <p:animEffect transition="in" filter="blinds(horizontal)">
                                      <p:cBhvr>
                                        <p:cTn id="17" dur="500"/>
                                        <p:tgtEl>
                                          <p:spTgt spid="686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623">
                                            <p:txEl>
                                              <p:pRg st="2" end="2"/>
                                            </p:txEl>
                                          </p:spTgt>
                                        </p:tgtEl>
                                        <p:attrNameLst>
                                          <p:attrName>style.visibility</p:attrName>
                                        </p:attrNameLst>
                                      </p:cBhvr>
                                      <p:to>
                                        <p:strVal val="visible"/>
                                      </p:to>
                                    </p:set>
                                    <p:animEffect transition="in" filter="blinds(horizontal)">
                                      <p:cBhvr>
                                        <p:cTn id="22" dur="500"/>
                                        <p:tgtEl>
                                          <p:spTgt spid="686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623">
                                            <p:txEl>
                                              <p:pRg st="3" end="3"/>
                                            </p:txEl>
                                          </p:spTgt>
                                        </p:tgtEl>
                                        <p:attrNameLst>
                                          <p:attrName>style.visibility</p:attrName>
                                        </p:attrNameLst>
                                      </p:cBhvr>
                                      <p:to>
                                        <p:strVal val="visible"/>
                                      </p:to>
                                    </p:set>
                                    <p:animEffect transition="in" filter="blinds(horizontal)">
                                      <p:cBhvr>
                                        <p:cTn id="27" dur="500"/>
                                        <p:tgtEl>
                                          <p:spTgt spid="686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623">
                                            <p:txEl>
                                              <p:pRg st="4" end="4"/>
                                            </p:txEl>
                                          </p:spTgt>
                                        </p:tgtEl>
                                        <p:attrNameLst>
                                          <p:attrName>style.visibility</p:attrName>
                                        </p:attrNameLst>
                                      </p:cBhvr>
                                      <p:to>
                                        <p:strVal val="visible"/>
                                      </p:to>
                                    </p:set>
                                    <p:animEffect transition="in" filter="blinds(horizontal)">
                                      <p:cBhvr>
                                        <p:cTn id="32" dur="500"/>
                                        <p:tgtEl>
                                          <p:spTgt spid="6862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8623">
                                            <p:txEl>
                                              <p:pRg st="5" end="5"/>
                                            </p:txEl>
                                          </p:spTgt>
                                        </p:tgtEl>
                                        <p:attrNameLst>
                                          <p:attrName>style.visibility</p:attrName>
                                        </p:attrNameLst>
                                      </p:cBhvr>
                                      <p:to>
                                        <p:strVal val="visible"/>
                                      </p:to>
                                    </p:set>
                                    <p:animEffect transition="in" filter="blinds(horizontal)">
                                      <p:cBhvr>
                                        <p:cTn id="37" dur="500"/>
                                        <p:tgtEl>
                                          <p:spTgt spid="6862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8623">
                                            <p:txEl>
                                              <p:pRg st="6" end="6"/>
                                            </p:txEl>
                                          </p:spTgt>
                                        </p:tgtEl>
                                        <p:attrNameLst>
                                          <p:attrName>style.visibility</p:attrName>
                                        </p:attrNameLst>
                                      </p:cBhvr>
                                      <p:to>
                                        <p:strVal val="visible"/>
                                      </p:to>
                                    </p:set>
                                    <p:animEffect transition="in" filter="blinds(horizontal)">
                                      <p:cBhvr>
                                        <p:cTn id="42" dur="500"/>
                                        <p:tgtEl>
                                          <p:spTgt spid="6862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8623">
                                            <p:txEl>
                                              <p:pRg st="7" end="7"/>
                                            </p:txEl>
                                          </p:spTgt>
                                        </p:tgtEl>
                                        <p:attrNameLst>
                                          <p:attrName>style.visibility</p:attrName>
                                        </p:attrNameLst>
                                      </p:cBhvr>
                                      <p:to>
                                        <p:strVal val="visible"/>
                                      </p:to>
                                    </p:set>
                                    <p:animEffect transition="in" filter="blinds(horizontal)">
                                      <p:cBhvr>
                                        <p:cTn id="47" dur="500"/>
                                        <p:tgtEl>
                                          <p:spTgt spid="6862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8623">
                                            <p:txEl>
                                              <p:pRg st="8" end="8"/>
                                            </p:txEl>
                                          </p:spTgt>
                                        </p:tgtEl>
                                        <p:attrNameLst>
                                          <p:attrName>style.visibility</p:attrName>
                                        </p:attrNameLst>
                                      </p:cBhvr>
                                      <p:to>
                                        <p:strVal val="visible"/>
                                      </p:to>
                                    </p:set>
                                    <p:animEffect transition="in" filter="blinds(horizontal)">
                                      <p:cBhvr>
                                        <p:cTn id="52" dur="500"/>
                                        <p:tgtEl>
                                          <p:spTgt spid="6862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8623">
                                            <p:txEl>
                                              <p:pRg st="9" end="9"/>
                                            </p:txEl>
                                          </p:spTgt>
                                        </p:tgtEl>
                                        <p:attrNameLst>
                                          <p:attrName>style.visibility</p:attrName>
                                        </p:attrNameLst>
                                      </p:cBhvr>
                                      <p:to>
                                        <p:strVal val="visible"/>
                                      </p:to>
                                    </p:set>
                                    <p:animEffect transition="in" filter="blinds(horizontal)">
                                      <p:cBhvr>
                                        <p:cTn id="57" dur="500"/>
                                        <p:tgtEl>
                                          <p:spTgt spid="6862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8623">
                                            <p:txEl>
                                              <p:pRg st="10" end="10"/>
                                            </p:txEl>
                                          </p:spTgt>
                                        </p:tgtEl>
                                        <p:attrNameLst>
                                          <p:attrName>style.visibility</p:attrName>
                                        </p:attrNameLst>
                                      </p:cBhvr>
                                      <p:to>
                                        <p:strVal val="visible"/>
                                      </p:to>
                                    </p:set>
                                    <p:animEffect transition="in" filter="blinds(horizontal)">
                                      <p:cBhvr>
                                        <p:cTn id="62" dur="500"/>
                                        <p:tgtEl>
                                          <p:spTgt spid="6862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8623">
                                            <p:txEl>
                                              <p:pRg st="11" end="11"/>
                                            </p:txEl>
                                          </p:spTgt>
                                        </p:tgtEl>
                                        <p:attrNameLst>
                                          <p:attrName>style.visibility</p:attrName>
                                        </p:attrNameLst>
                                      </p:cBhvr>
                                      <p:to>
                                        <p:strVal val="visible"/>
                                      </p:to>
                                    </p:set>
                                    <p:animEffect transition="in" filter="blinds(horizontal)">
                                      <p:cBhvr>
                                        <p:cTn id="67" dur="500"/>
                                        <p:tgtEl>
                                          <p:spTgt spid="6862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0" grpId="0"/>
      <p:bldP spid="686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Text Box 5"/>
          <p:cNvSpPr txBox="1">
            <a:spLocks noChangeArrowheads="1"/>
          </p:cNvSpPr>
          <p:nvPr/>
        </p:nvSpPr>
        <p:spPr bwMode="auto">
          <a:xfrm>
            <a:off x="6705600" y="2667000"/>
            <a:ext cx="184150" cy="457200"/>
          </a:xfrm>
          <a:prstGeom prst="rect">
            <a:avLst/>
          </a:prstGeom>
          <a:noFill/>
          <a:ln w="9525">
            <a:noFill/>
            <a:miter lim="800000"/>
            <a:headEnd/>
            <a:tailEnd/>
          </a:ln>
          <a:effectLst/>
        </p:spPr>
        <p:txBody>
          <a:bodyPr wrap="none">
            <a:spAutoFit/>
          </a:bodyPr>
          <a:lstStyle/>
          <a:p>
            <a:pPr algn="l"/>
            <a:endParaRPr lang="en-US"/>
          </a:p>
        </p:txBody>
      </p:sp>
      <p:sp>
        <p:nvSpPr>
          <p:cNvPr id="69641" name="Rectangle 9"/>
          <p:cNvSpPr>
            <a:spLocks noGrp="1" noChangeArrowheads="1"/>
          </p:cNvSpPr>
          <p:nvPr>
            <p:ph type="title"/>
          </p:nvPr>
        </p:nvSpPr>
        <p:spPr>
          <a:xfrm>
            <a:off x="1250950" y="219075"/>
            <a:ext cx="6840538" cy="1008063"/>
          </a:xfrm>
          <a:noFill/>
        </p:spPr>
        <p:txBody>
          <a:bodyPr/>
          <a:lstStyle/>
          <a:p>
            <a:r>
              <a:rPr lang="en-US" b="1" dirty="0" smtClean="0"/>
              <a:t>What is Syntax?</a:t>
            </a:r>
            <a:endParaRPr lang="en-US" b="1" dirty="0"/>
          </a:p>
        </p:txBody>
      </p:sp>
      <p:sp>
        <p:nvSpPr>
          <p:cNvPr id="69644" name="Rectangle 12"/>
          <p:cNvSpPr>
            <a:spLocks noGrp="1" noChangeArrowheads="1"/>
          </p:cNvSpPr>
          <p:nvPr>
            <p:ph type="body" sz="half" idx="1"/>
          </p:nvPr>
        </p:nvSpPr>
        <p:spPr>
          <a:xfrm>
            <a:off x="1349831" y="1739669"/>
            <a:ext cx="7271657" cy="3746726"/>
          </a:xfrm>
        </p:spPr>
        <p:txBody>
          <a:bodyPr anchor="ctr"/>
          <a:lstStyle/>
          <a:p>
            <a:pPr algn="just">
              <a:buNone/>
            </a:pPr>
            <a:r>
              <a:rPr lang="en-US" sz="2400" dirty="0" smtClean="0">
                <a:latin typeface="Century Schoolbook" pitchFamily="18" charset="0"/>
              </a:rPr>
              <a:t>	The word ‘syntax’ has been derived from the Greek word </a:t>
            </a:r>
            <a:r>
              <a:rPr lang="en-US" sz="2400" b="1" i="1" dirty="0" err="1" smtClean="0">
                <a:latin typeface="Century Schoolbook" pitchFamily="18" charset="0"/>
              </a:rPr>
              <a:t>syntaxis</a:t>
            </a:r>
            <a:r>
              <a:rPr lang="en-US" sz="2400" dirty="0" smtClean="0">
                <a:latin typeface="Century Schoolbook" pitchFamily="18" charset="0"/>
              </a:rPr>
              <a:t> which means ‘arrangement’. It implies the way in which words are arranged so as to reveal relationships of meanings within sentences and often between them. It studies combinations of words including word-structure and sentence-structure.</a:t>
            </a:r>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diamond(in)">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44">
                                            <p:txEl>
                                              <p:pRg st="0" end="0"/>
                                            </p:txEl>
                                          </p:spTgt>
                                        </p:tgtEl>
                                        <p:attrNameLst>
                                          <p:attrName>style.visibility</p:attrName>
                                        </p:attrNameLst>
                                      </p:cBhvr>
                                      <p:to>
                                        <p:strVal val="visible"/>
                                      </p:to>
                                    </p:set>
                                    <p:animEffect transition="in" filter="blinds(horizontal)">
                                      <p:cBhvr>
                                        <p:cTn id="12" dur="500"/>
                                        <p:tgtEl>
                                          <p:spTgt spid="696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P spid="6964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2" name="Rectangle 8"/>
          <p:cNvSpPr>
            <a:spLocks noGrp="1" noChangeArrowheads="1"/>
          </p:cNvSpPr>
          <p:nvPr>
            <p:ph type="title"/>
          </p:nvPr>
        </p:nvSpPr>
        <p:spPr>
          <a:xfrm>
            <a:off x="1250950" y="219075"/>
            <a:ext cx="6840538" cy="1008063"/>
          </a:xfrm>
          <a:noFill/>
        </p:spPr>
        <p:txBody>
          <a:bodyPr/>
          <a:lstStyle/>
          <a:p>
            <a:r>
              <a:rPr lang="en-US" b="1" dirty="0" smtClean="0"/>
              <a:t>What is Grammar?</a:t>
            </a:r>
            <a:endParaRPr lang="en-US" b="1" dirty="0"/>
          </a:p>
        </p:txBody>
      </p:sp>
      <p:sp>
        <p:nvSpPr>
          <p:cNvPr id="72714" name="Rectangle 10"/>
          <p:cNvSpPr>
            <a:spLocks noGrp="1" noChangeArrowheads="1"/>
          </p:cNvSpPr>
          <p:nvPr>
            <p:ph type="body" sz="half" idx="1"/>
          </p:nvPr>
        </p:nvSpPr>
        <p:spPr>
          <a:xfrm>
            <a:off x="1190174" y="1870300"/>
            <a:ext cx="7503885" cy="3775750"/>
          </a:xfrm>
        </p:spPr>
        <p:txBody>
          <a:bodyPr anchor="t"/>
          <a:lstStyle/>
          <a:p>
            <a:pPr algn="just">
              <a:buNone/>
            </a:pPr>
            <a:r>
              <a:rPr lang="en-US" sz="2400" dirty="0" smtClean="0">
                <a:latin typeface="Century Schoolbook" pitchFamily="18" charset="0"/>
              </a:rPr>
              <a:t>	Grammar is a word that confuses considerably. It has been approached and defined differently by different scholars and schools of linguistics. Etymologically, the term </a:t>
            </a:r>
            <a:r>
              <a:rPr lang="en-US" sz="2400" i="1" dirty="0" smtClean="0">
                <a:latin typeface="Century Schoolbook" pitchFamily="18" charset="0"/>
              </a:rPr>
              <a:t>Grammar</a:t>
            </a:r>
            <a:r>
              <a:rPr lang="en-US" sz="2400" dirty="0" smtClean="0">
                <a:latin typeface="Century Schoolbook" pitchFamily="18" charset="0"/>
              </a:rPr>
              <a:t> goes back (through French &amp; Latin) to Greek word </a:t>
            </a:r>
            <a:r>
              <a:rPr lang="en-US" sz="2400" b="1" i="1" dirty="0" err="1" smtClean="0">
                <a:latin typeface="Century Schoolbook" pitchFamily="18" charset="0"/>
              </a:rPr>
              <a:t>Grammatika</a:t>
            </a:r>
            <a:r>
              <a:rPr lang="en-US" sz="2400" i="1" dirty="0" smtClean="0">
                <a:latin typeface="Century Schoolbook" pitchFamily="18" charset="0"/>
              </a:rPr>
              <a:t> </a:t>
            </a:r>
            <a:r>
              <a:rPr lang="en-US" sz="2400" dirty="0" smtClean="0">
                <a:latin typeface="Century Schoolbook" pitchFamily="18" charset="0"/>
              </a:rPr>
              <a:t>or </a:t>
            </a:r>
            <a:r>
              <a:rPr lang="en-US" sz="2400" b="1" i="1" dirty="0" err="1" smtClean="0">
                <a:latin typeface="Century Schoolbook" pitchFamily="18" charset="0"/>
              </a:rPr>
              <a:t>Grammatkia</a:t>
            </a:r>
            <a:r>
              <a:rPr lang="en-US" sz="2400" b="1" dirty="0" smtClean="0">
                <a:latin typeface="Century Schoolbook" pitchFamily="18" charset="0"/>
              </a:rPr>
              <a:t> </a:t>
            </a:r>
            <a:r>
              <a:rPr lang="en-US" sz="2400" dirty="0" smtClean="0">
                <a:latin typeface="Century Schoolbook" pitchFamily="18" charset="0"/>
              </a:rPr>
              <a:t>which may be translated as the art of ‘writing’. But for a long time, this term has been used very closely to incorporate the whole study of language.</a:t>
            </a:r>
            <a:endParaRPr lang="en-US" sz="2400" dirty="0">
              <a:latin typeface="Century Schoolbook" pitchFamily="18" charset="0"/>
            </a:endParaRPr>
          </a:p>
          <a:p>
            <a:pPr algn="just">
              <a:buFontTx/>
              <a:buNone/>
            </a:pPr>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diamond(in)">
                                      <p:cBhvr>
                                        <p:cTn id="7" dur="500"/>
                                        <p:tgtEl>
                                          <p:spTgt spid="727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14">
                                            <p:txEl>
                                              <p:pRg st="0" end="0"/>
                                            </p:txEl>
                                          </p:spTgt>
                                        </p:tgtEl>
                                        <p:attrNameLst>
                                          <p:attrName>style.visibility</p:attrName>
                                        </p:attrNameLst>
                                      </p:cBhvr>
                                      <p:to>
                                        <p:strVal val="visible"/>
                                      </p:to>
                                    </p:set>
                                    <p:animEffect transition="in" filter="blinds(horizontal)">
                                      <p:cBhvr>
                                        <p:cTn id="12" dur="500"/>
                                        <p:tgtEl>
                                          <p:spTgt spid="727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p:bldP spid="727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Text Box 5"/>
          <p:cNvSpPr txBox="1">
            <a:spLocks noChangeArrowheads="1"/>
          </p:cNvSpPr>
          <p:nvPr/>
        </p:nvSpPr>
        <p:spPr bwMode="auto">
          <a:xfrm>
            <a:off x="5775325" y="2632075"/>
            <a:ext cx="1387475" cy="457200"/>
          </a:xfrm>
          <a:prstGeom prst="rect">
            <a:avLst/>
          </a:prstGeom>
          <a:noFill/>
          <a:ln w="9525">
            <a:noFill/>
            <a:miter lim="800000"/>
            <a:headEnd/>
            <a:tailEnd/>
          </a:ln>
          <a:effectLst/>
        </p:spPr>
        <p:txBody>
          <a:bodyPr>
            <a:spAutoFit/>
          </a:bodyPr>
          <a:lstStyle/>
          <a:p>
            <a:endParaRPr lang="en-US"/>
          </a:p>
        </p:txBody>
      </p:sp>
      <p:sp>
        <p:nvSpPr>
          <p:cNvPr id="75788" name="Rectangle 12"/>
          <p:cNvSpPr>
            <a:spLocks noGrp="1" noChangeArrowheads="1"/>
          </p:cNvSpPr>
          <p:nvPr>
            <p:ph type="title"/>
          </p:nvPr>
        </p:nvSpPr>
        <p:spPr>
          <a:xfrm>
            <a:off x="1250950" y="219075"/>
            <a:ext cx="6840538" cy="1008063"/>
          </a:xfrm>
          <a:noFill/>
        </p:spPr>
        <p:txBody>
          <a:bodyPr/>
          <a:lstStyle/>
          <a:p>
            <a:r>
              <a:rPr lang="en-US" b="1" dirty="0" smtClean="0"/>
              <a:t>Types of Grammar</a:t>
            </a:r>
            <a:endParaRPr lang="en-US" b="1" dirty="0"/>
          </a:p>
        </p:txBody>
      </p:sp>
      <p:sp>
        <p:nvSpPr>
          <p:cNvPr id="75789" name="Rectangle 13"/>
          <p:cNvSpPr>
            <a:spLocks noGrp="1" noChangeArrowheads="1"/>
          </p:cNvSpPr>
          <p:nvPr>
            <p:ph type="body" sz="half" idx="1"/>
          </p:nvPr>
        </p:nvSpPr>
        <p:spPr>
          <a:xfrm>
            <a:off x="1908174" y="1449388"/>
            <a:ext cx="5929540" cy="5408612"/>
          </a:xfrm>
        </p:spPr>
        <p:txBody>
          <a:bodyPr/>
          <a:lstStyle/>
          <a:p>
            <a:pPr>
              <a:buNone/>
            </a:pPr>
            <a:r>
              <a:rPr lang="en-US" sz="1700" dirty="0" smtClean="0">
                <a:latin typeface="Century Schoolbook" pitchFamily="18" charset="0"/>
              </a:rPr>
              <a:t>Prominent types of grammar are discussed below:</a:t>
            </a:r>
          </a:p>
          <a:p>
            <a:r>
              <a:rPr lang="en-US" sz="1700" dirty="0" smtClean="0">
                <a:latin typeface="Century Schoolbook" pitchFamily="18" charset="0"/>
              </a:rPr>
              <a:t>Traditional Grammar</a:t>
            </a:r>
          </a:p>
          <a:p>
            <a:r>
              <a:rPr lang="en-US" sz="1700" dirty="0" smtClean="0">
                <a:latin typeface="Century Schoolbook" pitchFamily="18" charset="0"/>
              </a:rPr>
              <a:t>Prescriptive Grammar</a:t>
            </a:r>
          </a:p>
          <a:p>
            <a:r>
              <a:rPr lang="en-US" sz="1700" dirty="0" smtClean="0">
                <a:latin typeface="Century Schoolbook" pitchFamily="18" charset="0"/>
              </a:rPr>
              <a:t>Descriptive Grammar</a:t>
            </a:r>
          </a:p>
          <a:p>
            <a:r>
              <a:rPr lang="en-US" sz="1700" dirty="0" smtClean="0">
                <a:latin typeface="Century Schoolbook" pitchFamily="18" charset="0"/>
              </a:rPr>
              <a:t>Sentence-Interpretative Grammar</a:t>
            </a:r>
          </a:p>
          <a:p>
            <a:r>
              <a:rPr lang="en-US" sz="1700" dirty="0" smtClean="0">
                <a:latin typeface="Century Schoolbook" pitchFamily="18" charset="0"/>
              </a:rPr>
              <a:t>Sentence-Producing Grammar</a:t>
            </a:r>
          </a:p>
          <a:p>
            <a:r>
              <a:rPr lang="en-US" sz="1700" dirty="0" smtClean="0">
                <a:latin typeface="Century Schoolbook" pitchFamily="18" charset="0"/>
              </a:rPr>
              <a:t>Reference Grammar</a:t>
            </a:r>
          </a:p>
          <a:p>
            <a:r>
              <a:rPr lang="en-US" sz="1700" dirty="0" smtClean="0">
                <a:latin typeface="Century Schoolbook" pitchFamily="18" charset="0"/>
              </a:rPr>
              <a:t>Contrastive Grammar</a:t>
            </a:r>
          </a:p>
          <a:p>
            <a:r>
              <a:rPr lang="en-US" sz="1700" dirty="0" smtClean="0">
                <a:latin typeface="Century Schoolbook" pitchFamily="18" charset="0"/>
              </a:rPr>
              <a:t>Theoretical Grammar</a:t>
            </a:r>
          </a:p>
          <a:p>
            <a:r>
              <a:rPr lang="en-US" sz="1700" dirty="0" smtClean="0">
                <a:latin typeface="Century Schoolbook" pitchFamily="18" charset="0"/>
              </a:rPr>
              <a:t>Structural Grammar</a:t>
            </a:r>
          </a:p>
          <a:p>
            <a:r>
              <a:rPr lang="en-US" sz="1700" dirty="0" smtClean="0">
                <a:latin typeface="Century Schoolbook" pitchFamily="18" charset="0"/>
              </a:rPr>
              <a:t>Phrase-Structure Grammar</a:t>
            </a:r>
          </a:p>
          <a:p>
            <a:r>
              <a:rPr lang="en-US" sz="1700" dirty="0" smtClean="0">
                <a:latin typeface="Century Schoolbook" pitchFamily="18" charset="0"/>
              </a:rPr>
              <a:t>Generative Grammar</a:t>
            </a:r>
          </a:p>
          <a:p>
            <a:r>
              <a:rPr lang="en-US" sz="1700" dirty="0" smtClean="0">
                <a:latin typeface="Century Schoolbook" pitchFamily="18" charset="0"/>
              </a:rPr>
              <a:t>Transformational Grammar</a:t>
            </a:r>
          </a:p>
          <a:p>
            <a:r>
              <a:rPr lang="en-US" sz="1700" dirty="0" err="1" smtClean="0">
                <a:latin typeface="Century Schoolbook" pitchFamily="18" charset="0"/>
              </a:rPr>
              <a:t>Stratificational</a:t>
            </a:r>
            <a:r>
              <a:rPr lang="en-US" sz="1700" dirty="0" smtClean="0">
                <a:latin typeface="Century Schoolbook" pitchFamily="18" charset="0"/>
              </a:rPr>
              <a:t> Grammar</a:t>
            </a:r>
          </a:p>
          <a:p>
            <a:r>
              <a:rPr lang="en-US" sz="1700" dirty="0" smtClean="0">
                <a:latin typeface="Century Schoolbook" pitchFamily="18" charset="0"/>
              </a:rPr>
              <a:t>Communicative Grammar</a:t>
            </a:r>
          </a:p>
          <a:p>
            <a:endParaRPr lang="en-US" sz="1700" dirty="0">
              <a:latin typeface="Century Schoolbook" pitchFamily="18" charset="0"/>
            </a:endParaRPr>
          </a:p>
        </p:txBody>
      </p:sp>
      <p:sp>
        <p:nvSpPr>
          <p:cNvPr id="7" name="Right Brace 6"/>
          <p:cNvSpPr/>
          <p:nvPr/>
        </p:nvSpPr>
        <p:spPr bwMode="auto">
          <a:xfrm>
            <a:off x="6125010" y="5486399"/>
            <a:ext cx="348343" cy="725714"/>
          </a:xfrm>
          <a:prstGeom prst="righ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75788"/>
                                        </p:tgtEl>
                                        <p:attrNameLst>
                                          <p:attrName>style.visibility</p:attrName>
                                        </p:attrNameLst>
                                      </p:cBhvr>
                                      <p:to>
                                        <p:strVal val="visible"/>
                                      </p:to>
                                    </p:set>
                                    <p:animEffect transition="in" filter="fade">
                                      <p:cBhvr>
                                        <p:cTn id="7" dur="500"/>
                                        <p:tgtEl>
                                          <p:spTgt spid="75788"/>
                                        </p:tgtEl>
                                      </p:cBhvr>
                                    </p:animEffect>
                                    <p:anim calcmode="lin" valueType="num">
                                      <p:cBhvr>
                                        <p:cTn id="8" dur="500" fill="hold"/>
                                        <p:tgtEl>
                                          <p:spTgt spid="75788"/>
                                        </p:tgtEl>
                                        <p:attrNameLst>
                                          <p:attrName>ppt_w</p:attrName>
                                        </p:attrNameLst>
                                      </p:cBhvr>
                                      <p:tavLst>
                                        <p:tav tm="0" fmla="#ppt_w*sin(2.5*pi*$)">
                                          <p:val>
                                            <p:fltVal val="0"/>
                                          </p:val>
                                        </p:tav>
                                        <p:tav tm="100000">
                                          <p:val>
                                            <p:fltVal val="1"/>
                                          </p:val>
                                        </p:tav>
                                      </p:tavLst>
                                    </p:anim>
                                    <p:anim calcmode="lin" valueType="num">
                                      <p:cBhvr>
                                        <p:cTn id="9" dur="500" fill="hold"/>
                                        <p:tgtEl>
                                          <p:spTgt spid="75788"/>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5789">
                                            <p:txEl>
                                              <p:pRg st="0" end="0"/>
                                            </p:txEl>
                                          </p:spTgt>
                                        </p:tgtEl>
                                        <p:attrNameLst>
                                          <p:attrName>style.visibility</p:attrName>
                                        </p:attrNameLst>
                                      </p:cBhvr>
                                      <p:to>
                                        <p:strVal val="visible"/>
                                      </p:to>
                                    </p:set>
                                    <p:animEffect transition="in" filter="blinds(horizontal)">
                                      <p:cBhvr>
                                        <p:cTn id="14" dur="500"/>
                                        <p:tgtEl>
                                          <p:spTgt spid="7578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5789">
                                            <p:txEl>
                                              <p:pRg st="1" end="1"/>
                                            </p:txEl>
                                          </p:spTgt>
                                        </p:tgtEl>
                                        <p:attrNameLst>
                                          <p:attrName>style.visibility</p:attrName>
                                        </p:attrNameLst>
                                      </p:cBhvr>
                                      <p:to>
                                        <p:strVal val="visible"/>
                                      </p:to>
                                    </p:set>
                                    <p:animEffect transition="in" filter="blinds(horizontal)">
                                      <p:cBhvr>
                                        <p:cTn id="19" dur="500"/>
                                        <p:tgtEl>
                                          <p:spTgt spid="7578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5789">
                                            <p:txEl>
                                              <p:pRg st="2" end="2"/>
                                            </p:txEl>
                                          </p:spTgt>
                                        </p:tgtEl>
                                        <p:attrNameLst>
                                          <p:attrName>style.visibility</p:attrName>
                                        </p:attrNameLst>
                                      </p:cBhvr>
                                      <p:to>
                                        <p:strVal val="visible"/>
                                      </p:to>
                                    </p:set>
                                    <p:animEffect transition="in" filter="blinds(horizontal)">
                                      <p:cBhvr>
                                        <p:cTn id="24" dur="500"/>
                                        <p:tgtEl>
                                          <p:spTgt spid="7578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75789">
                                            <p:txEl>
                                              <p:pRg st="3" end="3"/>
                                            </p:txEl>
                                          </p:spTgt>
                                        </p:tgtEl>
                                        <p:attrNameLst>
                                          <p:attrName>style.visibility</p:attrName>
                                        </p:attrNameLst>
                                      </p:cBhvr>
                                      <p:to>
                                        <p:strVal val="visible"/>
                                      </p:to>
                                    </p:set>
                                    <p:animEffect transition="in" filter="blinds(horizontal)">
                                      <p:cBhvr>
                                        <p:cTn id="29" dur="500"/>
                                        <p:tgtEl>
                                          <p:spTgt spid="75789">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5789">
                                            <p:txEl>
                                              <p:pRg st="4" end="4"/>
                                            </p:txEl>
                                          </p:spTgt>
                                        </p:tgtEl>
                                        <p:attrNameLst>
                                          <p:attrName>style.visibility</p:attrName>
                                        </p:attrNameLst>
                                      </p:cBhvr>
                                      <p:to>
                                        <p:strVal val="visible"/>
                                      </p:to>
                                    </p:set>
                                    <p:animEffect transition="in" filter="blinds(horizontal)">
                                      <p:cBhvr>
                                        <p:cTn id="34" dur="500"/>
                                        <p:tgtEl>
                                          <p:spTgt spid="75789">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5789">
                                            <p:txEl>
                                              <p:pRg st="5" end="5"/>
                                            </p:txEl>
                                          </p:spTgt>
                                        </p:tgtEl>
                                        <p:attrNameLst>
                                          <p:attrName>style.visibility</p:attrName>
                                        </p:attrNameLst>
                                      </p:cBhvr>
                                      <p:to>
                                        <p:strVal val="visible"/>
                                      </p:to>
                                    </p:set>
                                    <p:animEffect transition="in" filter="blinds(horizontal)">
                                      <p:cBhvr>
                                        <p:cTn id="39" dur="500"/>
                                        <p:tgtEl>
                                          <p:spTgt spid="7578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5789">
                                            <p:txEl>
                                              <p:pRg st="6" end="6"/>
                                            </p:txEl>
                                          </p:spTgt>
                                        </p:tgtEl>
                                        <p:attrNameLst>
                                          <p:attrName>style.visibility</p:attrName>
                                        </p:attrNameLst>
                                      </p:cBhvr>
                                      <p:to>
                                        <p:strVal val="visible"/>
                                      </p:to>
                                    </p:set>
                                    <p:animEffect transition="in" filter="blinds(horizontal)">
                                      <p:cBhvr>
                                        <p:cTn id="44" dur="500"/>
                                        <p:tgtEl>
                                          <p:spTgt spid="7578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5789">
                                            <p:txEl>
                                              <p:pRg st="7" end="7"/>
                                            </p:txEl>
                                          </p:spTgt>
                                        </p:tgtEl>
                                        <p:attrNameLst>
                                          <p:attrName>style.visibility</p:attrName>
                                        </p:attrNameLst>
                                      </p:cBhvr>
                                      <p:to>
                                        <p:strVal val="visible"/>
                                      </p:to>
                                    </p:set>
                                    <p:animEffect transition="in" filter="blinds(horizontal)">
                                      <p:cBhvr>
                                        <p:cTn id="49" dur="500"/>
                                        <p:tgtEl>
                                          <p:spTgt spid="75789">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75789">
                                            <p:txEl>
                                              <p:pRg st="8" end="8"/>
                                            </p:txEl>
                                          </p:spTgt>
                                        </p:tgtEl>
                                        <p:attrNameLst>
                                          <p:attrName>style.visibility</p:attrName>
                                        </p:attrNameLst>
                                      </p:cBhvr>
                                      <p:to>
                                        <p:strVal val="visible"/>
                                      </p:to>
                                    </p:set>
                                    <p:animEffect transition="in" filter="blinds(horizontal)">
                                      <p:cBhvr>
                                        <p:cTn id="54" dur="500"/>
                                        <p:tgtEl>
                                          <p:spTgt spid="75789">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75789">
                                            <p:txEl>
                                              <p:pRg st="9" end="9"/>
                                            </p:txEl>
                                          </p:spTgt>
                                        </p:tgtEl>
                                        <p:attrNameLst>
                                          <p:attrName>style.visibility</p:attrName>
                                        </p:attrNameLst>
                                      </p:cBhvr>
                                      <p:to>
                                        <p:strVal val="visible"/>
                                      </p:to>
                                    </p:set>
                                    <p:animEffect transition="in" filter="blinds(horizontal)">
                                      <p:cBhvr>
                                        <p:cTn id="59" dur="500"/>
                                        <p:tgtEl>
                                          <p:spTgt spid="75789">
                                            <p:txEl>
                                              <p:pRg st="9" end="9"/>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75789">
                                            <p:txEl>
                                              <p:pRg st="10" end="10"/>
                                            </p:txEl>
                                          </p:spTgt>
                                        </p:tgtEl>
                                        <p:attrNameLst>
                                          <p:attrName>style.visibility</p:attrName>
                                        </p:attrNameLst>
                                      </p:cBhvr>
                                      <p:to>
                                        <p:strVal val="visible"/>
                                      </p:to>
                                    </p:set>
                                    <p:animEffect transition="in" filter="blinds(horizontal)">
                                      <p:cBhvr>
                                        <p:cTn id="64" dur="500"/>
                                        <p:tgtEl>
                                          <p:spTgt spid="75789">
                                            <p:txEl>
                                              <p:pRg st="10" end="1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75789">
                                            <p:txEl>
                                              <p:pRg st="11" end="11"/>
                                            </p:txEl>
                                          </p:spTgt>
                                        </p:tgtEl>
                                        <p:attrNameLst>
                                          <p:attrName>style.visibility</p:attrName>
                                        </p:attrNameLst>
                                      </p:cBhvr>
                                      <p:to>
                                        <p:strVal val="visible"/>
                                      </p:to>
                                    </p:set>
                                    <p:animEffect transition="in" filter="blinds(horizontal)">
                                      <p:cBhvr>
                                        <p:cTn id="69" dur="500"/>
                                        <p:tgtEl>
                                          <p:spTgt spid="75789">
                                            <p:txEl>
                                              <p:pRg st="11" end="1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75789">
                                            <p:txEl>
                                              <p:pRg st="12" end="12"/>
                                            </p:txEl>
                                          </p:spTgt>
                                        </p:tgtEl>
                                        <p:attrNameLst>
                                          <p:attrName>style.visibility</p:attrName>
                                        </p:attrNameLst>
                                      </p:cBhvr>
                                      <p:to>
                                        <p:strVal val="visible"/>
                                      </p:to>
                                    </p:set>
                                    <p:animEffect transition="in" filter="blinds(horizontal)">
                                      <p:cBhvr>
                                        <p:cTn id="74" dur="500"/>
                                        <p:tgtEl>
                                          <p:spTgt spid="75789">
                                            <p:txEl>
                                              <p:pRg st="12" end="1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75789">
                                            <p:txEl>
                                              <p:pRg st="13" end="13"/>
                                            </p:txEl>
                                          </p:spTgt>
                                        </p:tgtEl>
                                        <p:attrNameLst>
                                          <p:attrName>style.visibility</p:attrName>
                                        </p:attrNameLst>
                                      </p:cBhvr>
                                      <p:to>
                                        <p:strVal val="visible"/>
                                      </p:to>
                                    </p:set>
                                    <p:animEffect transition="in" filter="blinds(horizontal)">
                                      <p:cBhvr>
                                        <p:cTn id="79" dur="500"/>
                                        <p:tgtEl>
                                          <p:spTgt spid="75789">
                                            <p:txEl>
                                              <p:pRg st="13" end="13"/>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75789">
                                            <p:txEl>
                                              <p:pRg st="14" end="14"/>
                                            </p:txEl>
                                          </p:spTgt>
                                        </p:tgtEl>
                                        <p:attrNameLst>
                                          <p:attrName>style.visibility</p:attrName>
                                        </p:attrNameLst>
                                      </p:cBhvr>
                                      <p:to>
                                        <p:strVal val="visible"/>
                                      </p:to>
                                    </p:set>
                                    <p:animEffect transition="in" filter="blinds(horizontal)">
                                      <p:cBhvr>
                                        <p:cTn id="84" dur="500"/>
                                        <p:tgtEl>
                                          <p:spTgt spid="75789">
                                            <p:txEl>
                                              <p:pRg st="14" end="14"/>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additive="base">
                                        <p:cTn id="89" dur="1000" fill="hold"/>
                                        <p:tgtEl>
                                          <p:spTgt spid="7"/>
                                        </p:tgtEl>
                                        <p:attrNameLst>
                                          <p:attrName>ppt_x</p:attrName>
                                        </p:attrNameLst>
                                      </p:cBhvr>
                                      <p:tavLst>
                                        <p:tav tm="0">
                                          <p:val>
                                            <p:strVal val="1+#ppt_w/2"/>
                                          </p:val>
                                        </p:tav>
                                        <p:tav tm="100000">
                                          <p:val>
                                            <p:strVal val="#ppt_x"/>
                                          </p:val>
                                        </p:tav>
                                      </p:tavLst>
                                    </p:anim>
                                    <p:anim calcmode="lin" valueType="num">
                                      <p:cBhvr additive="base">
                                        <p:cTn id="90"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p:bldP spid="75789" grpId="0" build="p"/>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22" name="Rectangle 370"/>
          <p:cNvSpPr>
            <a:spLocks noGrp="1" noChangeArrowheads="1"/>
          </p:cNvSpPr>
          <p:nvPr>
            <p:ph type="title"/>
          </p:nvPr>
        </p:nvSpPr>
        <p:spPr>
          <a:xfrm>
            <a:off x="1250950" y="219075"/>
            <a:ext cx="6840538" cy="1008063"/>
          </a:xfrm>
          <a:noFill/>
        </p:spPr>
        <p:txBody>
          <a:bodyPr/>
          <a:lstStyle/>
          <a:p>
            <a:r>
              <a:rPr lang="en-US" b="1" dirty="0" smtClean="0"/>
              <a:t>Generative Grammar</a:t>
            </a:r>
            <a:endParaRPr lang="en-US" b="1" dirty="0"/>
          </a:p>
        </p:txBody>
      </p:sp>
      <p:sp>
        <p:nvSpPr>
          <p:cNvPr id="75123" name="Rectangle 371"/>
          <p:cNvSpPr>
            <a:spLocks noGrp="1" noChangeArrowheads="1"/>
          </p:cNvSpPr>
          <p:nvPr>
            <p:ph type="body" sz="half" idx="1"/>
          </p:nvPr>
        </p:nvSpPr>
        <p:spPr>
          <a:xfrm>
            <a:off x="1088571" y="1376817"/>
            <a:ext cx="7866744" cy="3340318"/>
          </a:xfrm>
        </p:spPr>
        <p:txBody>
          <a:bodyPr anchor="t"/>
          <a:lstStyle/>
          <a:p>
            <a:pPr algn="just">
              <a:lnSpc>
                <a:spcPct val="80000"/>
              </a:lnSpc>
              <a:buNone/>
            </a:pPr>
            <a:r>
              <a:rPr lang="en-US" sz="2200" dirty="0" smtClean="0">
                <a:latin typeface="Century Schoolbook" pitchFamily="18" charset="0"/>
              </a:rPr>
              <a:t>	Generative Grammar is a grammar in which a set of formal rules are used to generate or define the membership of an infinite set of grammatical sentences in a language. Instead of analyzing a single sentence, this grammar devises a set of rules of construction that may help in generating sentences or structures in an infinitely large number. This grammar attempts to produce </a:t>
            </a:r>
            <a:r>
              <a:rPr lang="en-US" sz="2200" i="1" dirty="0" smtClean="0">
                <a:latin typeface="Century Schoolbook" pitchFamily="18" charset="0"/>
              </a:rPr>
              <a:t>all and only</a:t>
            </a:r>
            <a:r>
              <a:rPr lang="en-US" sz="2200" dirty="0" smtClean="0">
                <a:latin typeface="Century Schoolbook" pitchFamily="18" charset="0"/>
              </a:rPr>
              <a:t> grammatical sentences of language.</a:t>
            </a:r>
          </a:p>
          <a:p>
            <a:pPr algn="just">
              <a:lnSpc>
                <a:spcPct val="80000"/>
              </a:lnSpc>
              <a:buNone/>
            </a:pPr>
            <a:r>
              <a:rPr lang="en-US" sz="2200" dirty="0" smtClean="0">
                <a:latin typeface="Century Schoolbook" pitchFamily="18" charset="0"/>
              </a:rPr>
              <a:t>	(</a:t>
            </a:r>
            <a:r>
              <a:rPr lang="en-US" sz="2200" i="1" dirty="0" smtClean="0">
                <a:latin typeface="Century Schoolbook" pitchFamily="18" charset="0"/>
              </a:rPr>
              <a:t>all and only</a:t>
            </a:r>
            <a:r>
              <a:rPr lang="en-US" sz="2200" dirty="0" smtClean="0">
                <a:latin typeface="Century Schoolbook" pitchFamily="18" charset="0"/>
              </a:rPr>
              <a:t> means that our analysis must account for </a:t>
            </a:r>
            <a:r>
              <a:rPr lang="en-US" sz="2200" i="1" dirty="0" smtClean="0">
                <a:latin typeface="Century Schoolbook" pitchFamily="18" charset="0"/>
              </a:rPr>
              <a:t>all</a:t>
            </a:r>
            <a:r>
              <a:rPr lang="en-US" sz="2200" dirty="0" smtClean="0">
                <a:latin typeface="Century Schoolbook" pitchFamily="18" charset="0"/>
              </a:rPr>
              <a:t> the grammatical correct phrases and sentences and </a:t>
            </a:r>
            <a:r>
              <a:rPr lang="en-US" sz="2200" i="1" dirty="0" smtClean="0">
                <a:latin typeface="Century Schoolbook" pitchFamily="18" charset="0"/>
              </a:rPr>
              <a:t>only</a:t>
            </a:r>
            <a:r>
              <a:rPr lang="en-US" sz="2200" dirty="0" smtClean="0">
                <a:latin typeface="Century Schoolbook" pitchFamily="18" charset="0"/>
              </a:rPr>
              <a:t> those grammatical correct phrases and sentences in whatever language we are analyzing.)</a:t>
            </a:r>
            <a:endParaRPr lang="en-US" sz="2200" dirty="0">
              <a:latin typeface="Century Schoolbook" pitchFamily="18" charset="0"/>
            </a:endParaRPr>
          </a:p>
        </p:txBody>
      </p:sp>
      <p:sp>
        <p:nvSpPr>
          <p:cNvPr id="7" name="Rectangle 371"/>
          <p:cNvSpPr txBox="1">
            <a:spLocks noChangeArrowheads="1"/>
          </p:cNvSpPr>
          <p:nvPr/>
        </p:nvSpPr>
        <p:spPr bwMode="auto">
          <a:xfrm>
            <a:off x="1030512" y="5109002"/>
            <a:ext cx="7808686" cy="155304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just">
              <a:lnSpc>
                <a:spcPct val="80000"/>
              </a:lnSpc>
              <a:spcBef>
                <a:spcPct val="20000"/>
              </a:spcBef>
              <a:spcAft>
                <a:spcPct val="20000"/>
              </a:spcAft>
              <a:buClr>
                <a:schemeClr val="tx1"/>
              </a:buClr>
            </a:pPr>
            <a:r>
              <a:rPr kumimoji="0" lang="en-US" sz="2200" b="0" i="0" u="none" strike="noStrike" kern="0" cap="none" spc="0" normalizeH="0" baseline="0" noProof="0" dirty="0" smtClean="0">
                <a:ln>
                  <a:noFill/>
                </a:ln>
                <a:solidFill>
                  <a:srgbClr val="FF0000"/>
                </a:solidFill>
                <a:effectLst/>
                <a:uLnTx/>
                <a:uFillTx/>
                <a:latin typeface="Century Schoolbook" pitchFamily="18" charset="0"/>
                <a:ea typeface="+mn-ea"/>
                <a:cs typeface="+mn-cs"/>
              </a:rPr>
              <a:t>	</a:t>
            </a: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We</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have a rule such as “a prepositional phrase in English  consists of a preposition followed by a noun phrase”. We can produce a large number of </a:t>
            </a:r>
            <a:r>
              <a:rPr lang="en-US" sz="2200" kern="0" dirty="0" smtClean="0">
                <a:solidFill>
                  <a:schemeClr val="accent6">
                    <a:lumMod val="50000"/>
                  </a:schemeClr>
                </a:solidFill>
                <a:latin typeface="Century Schoolbook" pitchFamily="18" charset="0"/>
              </a:rPr>
              <a:t>(infinite) </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phrase using this rule.</a:t>
            </a:r>
          </a:p>
          <a:p>
            <a:pPr marL="342900" marR="0" lvl="0" indent="-342900" algn="just" defTabSz="914400" rtl="0" eaLnBrk="1" fontAlgn="base" latinLnBrk="0" hangingPunct="1">
              <a:lnSpc>
                <a:spcPct val="80000"/>
              </a:lnSpc>
              <a:spcBef>
                <a:spcPct val="20000"/>
              </a:spcBef>
              <a:spcAft>
                <a:spcPct val="20000"/>
              </a:spcAft>
              <a:buClr>
                <a:schemeClr val="tx1"/>
              </a:buClr>
              <a:buSzTx/>
              <a:buFontTx/>
              <a:buNone/>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e.g.</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1"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in the zoo, on the table, near the window</a:t>
            </a:r>
            <a:endParaRPr kumimoji="0" lang="en-US" sz="2200" b="0" i="1" u="none" strike="noStrike" kern="0" cap="none" spc="0" normalizeH="0" baseline="0" noProof="0" dirty="0">
              <a:ln>
                <a:noFill/>
              </a:ln>
              <a:solidFill>
                <a:schemeClr val="accent6">
                  <a:lumMod val="50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122"/>
                                        </p:tgtEl>
                                        <p:attrNameLst>
                                          <p:attrName>style.visibility</p:attrName>
                                        </p:attrNameLst>
                                      </p:cBhvr>
                                      <p:to>
                                        <p:strVal val="visible"/>
                                      </p:to>
                                    </p:set>
                                    <p:animEffect transition="in" filter="blinds(horizontal)">
                                      <p:cBhvr>
                                        <p:cTn id="7" dur="500"/>
                                        <p:tgtEl>
                                          <p:spTgt spid="7512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amond(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5123">
                                            <p:txEl>
                                              <p:pRg st="0" end="0"/>
                                            </p:txEl>
                                          </p:spTgt>
                                        </p:tgtEl>
                                        <p:attrNameLst>
                                          <p:attrName>style.visibility</p:attrName>
                                        </p:attrNameLst>
                                      </p:cBhvr>
                                      <p:to>
                                        <p:strVal val="visible"/>
                                      </p:to>
                                    </p:set>
                                    <p:animEffect transition="in" filter="blinds(horizontal)">
                                      <p:cBhvr>
                                        <p:cTn id="17" dur="500"/>
                                        <p:tgtEl>
                                          <p:spTgt spid="751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123">
                                            <p:txEl>
                                              <p:pRg st="1" end="1"/>
                                            </p:txEl>
                                          </p:spTgt>
                                        </p:tgtEl>
                                        <p:attrNameLst>
                                          <p:attrName>style.visibility</p:attrName>
                                        </p:attrNameLst>
                                      </p:cBhvr>
                                      <p:to>
                                        <p:strVal val="visible"/>
                                      </p:to>
                                    </p:set>
                                    <p:animEffect transition="in" filter="blinds(horizontal)">
                                      <p:cBhvr>
                                        <p:cTn id="22" dur="500"/>
                                        <p:tgtEl>
                                          <p:spTgt spid="7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22" grpId="0"/>
      <p:bldP spid="75123" grpId="0" build="p"/>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219200" y="1601788"/>
            <a:ext cx="7692571" cy="48715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Charlie</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broke the window.		</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r>
              <a:rPr kumimoji="0" lang="en-US" sz="2000" b="0" i="0" u="none" strike="noStrike" kern="0" cap="none" spc="0" normalizeH="0" noProof="0" dirty="0" smtClean="0">
                <a:ln>
                  <a:noFill/>
                </a:ln>
                <a:solidFill>
                  <a:srgbClr val="FF0000"/>
                </a:solidFill>
                <a:effectLst/>
                <a:uLnTx/>
                <a:uFillTx/>
                <a:latin typeface="Century Schoolbook" pitchFamily="18" charset="0"/>
                <a:cs typeface="+mn-cs"/>
              </a:rPr>
              <a:t>Active Voice</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endParaRPr kumimoji="0" lang="en-US" b="0" i="0" u="none" strike="noStrike" kern="0" cap="none" spc="0" normalizeH="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baseline="0" dirty="0" smtClean="0">
                <a:latin typeface="Century Schoolbook" pitchFamily="18" charset="0"/>
                <a:cs typeface="+mn-cs"/>
              </a:rPr>
              <a:t>The</a:t>
            </a:r>
            <a:r>
              <a:rPr lang="en-US" kern="0" dirty="0" smtClean="0">
                <a:latin typeface="Century Schoolbook" pitchFamily="18" charset="0"/>
                <a:cs typeface="+mn-cs"/>
              </a:rPr>
              <a:t> window was broken by Charlie.	</a:t>
            </a:r>
            <a:r>
              <a:rPr lang="en-US" sz="2000" kern="0" dirty="0" smtClean="0">
                <a:latin typeface="Century Schoolbook" pitchFamily="18" charset="0"/>
                <a:cs typeface="+mn-cs"/>
              </a:rPr>
              <a:t>(</a:t>
            </a:r>
            <a:r>
              <a:rPr lang="en-US" sz="2000" kern="0" dirty="0" smtClean="0">
                <a:solidFill>
                  <a:srgbClr val="FF0000"/>
                </a:solidFill>
                <a:latin typeface="Century Schoolbook" pitchFamily="18" charset="0"/>
                <a:cs typeface="+mn-cs"/>
              </a:rPr>
              <a:t>Passive Voice</a:t>
            </a:r>
            <a:r>
              <a:rPr lang="en-US" sz="2000" kern="0" dirty="0" smtClean="0">
                <a:latin typeface="Century Schoolbook" pitchFamily="18" charset="0"/>
                <a:cs typeface="+mn-cs"/>
              </a:rPr>
              <a:t>)</a:t>
            </a:r>
            <a:endParaRPr lang="en-US" kern="0" dirty="0" smtClean="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Jack</a:t>
            </a: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 loves his brother.			</a:t>
            </a:r>
            <a:r>
              <a:rPr kumimoji="0" lang="en-US" sz="2000" b="0" i="0" u="none" strike="noStrike" kern="0" cap="none" spc="0" normalizeH="0" baseline="0" noProof="0" dirty="0" smtClean="0">
                <a:ln>
                  <a:noFill/>
                </a:ln>
                <a:solidFill>
                  <a:schemeClr val="tx1"/>
                </a:solidFill>
                <a:effectLst/>
                <a:uLnTx/>
                <a:uFillTx/>
                <a:latin typeface="Century Schoolbook" pitchFamily="18" charset="0"/>
                <a:cs typeface="+mn-cs"/>
              </a:rPr>
              <a:t>(</a:t>
            </a:r>
            <a:r>
              <a:rPr kumimoji="0" lang="en-US" sz="2000" b="0" i="0" u="none" strike="noStrike" kern="0" cap="none" spc="0" normalizeH="0" baseline="0" noProof="0" dirty="0" smtClean="0">
                <a:ln>
                  <a:noFill/>
                </a:ln>
                <a:solidFill>
                  <a:srgbClr val="FF0000"/>
                </a:solidFill>
                <a:effectLst/>
                <a:uLnTx/>
                <a:uFillTx/>
                <a:latin typeface="Century Schoolbook" pitchFamily="18" charset="0"/>
                <a:cs typeface="+mn-cs"/>
              </a:rPr>
              <a:t>Active</a:t>
            </a:r>
            <a:r>
              <a:rPr kumimoji="0" lang="en-US" sz="2000" b="0" i="0" u="none" strike="noStrike" kern="0" cap="none" spc="0" normalizeH="0" noProof="0" dirty="0" smtClean="0">
                <a:ln>
                  <a:noFill/>
                </a:ln>
                <a:solidFill>
                  <a:srgbClr val="FF0000"/>
                </a:solidFill>
                <a:effectLst/>
                <a:uLnTx/>
                <a:uFillTx/>
                <a:latin typeface="Century Schoolbook" pitchFamily="18" charset="0"/>
                <a:cs typeface="+mn-cs"/>
              </a:rPr>
              <a:t> Voice</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endParaRPr kumimoji="0" lang="en-US" b="0" i="0" u="none" strike="noStrike" kern="0" cap="none" spc="0" normalizeH="0" baseline="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His brother is loved by Jack.		</a:t>
            </a:r>
            <a:r>
              <a:rPr lang="en-US" sz="2000" kern="0" dirty="0" smtClean="0">
                <a:latin typeface="Century Schoolbook" pitchFamily="18" charset="0"/>
                <a:cs typeface="+mn-cs"/>
              </a:rPr>
              <a:t>(</a:t>
            </a:r>
            <a:r>
              <a:rPr lang="en-US" sz="2000" kern="0" dirty="0" smtClean="0">
                <a:solidFill>
                  <a:srgbClr val="FF0000"/>
                </a:solidFill>
                <a:latin typeface="Century Schoolbook" pitchFamily="18" charset="0"/>
                <a:cs typeface="+mn-cs"/>
              </a:rPr>
              <a:t>Passive Voice</a:t>
            </a:r>
            <a:r>
              <a:rPr lang="en-US" sz="2000" kern="0" dirty="0" smtClean="0">
                <a:latin typeface="Century Schoolbook" pitchFamily="18" charset="0"/>
                <a:cs typeface="+mn-cs"/>
              </a:rPr>
              <a:t>)</a:t>
            </a:r>
            <a:endParaRPr lang="en-US" kern="0" dirty="0" smtClean="0">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p>
          <a:p>
            <a:pPr marL="342900" indent="-342900" algn="just">
              <a:spcBef>
                <a:spcPct val="20000"/>
              </a:spcBef>
              <a:spcAft>
                <a:spcPct val="20000"/>
              </a:spcAft>
              <a:buClr>
                <a:schemeClr val="tx1"/>
              </a:buClr>
            </a:pPr>
            <a:r>
              <a:rPr lang="en-US" dirty="0" smtClean="0">
                <a:solidFill>
                  <a:schemeClr val="accent6">
                    <a:lumMod val="50000"/>
                  </a:schemeClr>
                </a:solidFill>
                <a:latin typeface="Century Schoolbook" pitchFamily="18" charset="0"/>
              </a:rPr>
              <a:t>	Some linguists, in particular </a:t>
            </a:r>
            <a:r>
              <a:rPr lang="en-US" i="1" dirty="0" smtClean="0">
                <a:solidFill>
                  <a:schemeClr val="accent6">
                    <a:lumMod val="50000"/>
                  </a:schemeClr>
                </a:solidFill>
                <a:latin typeface="Century Schoolbook" pitchFamily="18" charset="0"/>
              </a:rPr>
              <a:t>Noam Chomsky</a:t>
            </a:r>
            <a:r>
              <a:rPr lang="en-US" dirty="0" smtClean="0">
                <a:solidFill>
                  <a:schemeClr val="accent6">
                    <a:lumMod val="50000"/>
                  </a:schemeClr>
                </a:solidFill>
                <a:latin typeface="Century Schoolbook" pitchFamily="18" charset="0"/>
              </a:rPr>
              <a:t>, have tried to account for this similarity by positing that these two sentences are distinct (different) </a:t>
            </a:r>
            <a:r>
              <a:rPr lang="en-US" i="1" dirty="0" smtClean="0">
                <a:solidFill>
                  <a:schemeClr val="accent6">
                    <a:lumMod val="50000"/>
                  </a:schemeClr>
                </a:solidFill>
                <a:latin typeface="Century Schoolbook" pitchFamily="18" charset="0"/>
              </a:rPr>
              <a:t>surface forms</a:t>
            </a:r>
            <a:r>
              <a:rPr lang="en-US" dirty="0" smtClean="0">
                <a:solidFill>
                  <a:schemeClr val="accent6">
                    <a:lumMod val="50000"/>
                  </a:schemeClr>
                </a:solidFill>
                <a:latin typeface="Century Schoolbook" pitchFamily="18" charset="0"/>
              </a:rPr>
              <a:t> that derive from a common </a:t>
            </a:r>
            <a:r>
              <a:rPr lang="en-US" i="1" dirty="0" smtClean="0">
                <a:solidFill>
                  <a:schemeClr val="accent6">
                    <a:lumMod val="50000"/>
                  </a:schemeClr>
                </a:solidFill>
                <a:latin typeface="Century Schoolbook" pitchFamily="18" charset="0"/>
              </a:rPr>
              <a:t>deep structure</a:t>
            </a:r>
            <a:r>
              <a:rPr lang="en-US" dirty="0" smtClean="0">
                <a:solidFill>
                  <a:schemeClr val="accent6">
                    <a:lumMod val="50000"/>
                  </a:schemeClr>
                </a:solidFill>
                <a:latin typeface="Century Schoolbook" pitchFamily="18" charset="0"/>
              </a:rPr>
              <a:t>.</a:t>
            </a:r>
            <a:endParaRPr lang="en-US" b="1" u="sng" dirty="0" smtClean="0">
              <a:solidFill>
                <a:schemeClr val="accent6">
                  <a:lumMod val="50000"/>
                </a:schemeClr>
              </a:solidFill>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262744" y="1703386"/>
            <a:ext cx="7619999" cy="220095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Charlie broke the window.		</a:t>
            </a:r>
            <a:r>
              <a:rPr lang="en-US" sz="2000" kern="0" dirty="0" smtClean="0">
                <a:latin typeface="Century Schoolbook" pitchFamily="18" charset="0"/>
              </a:rPr>
              <a:t>(</a:t>
            </a:r>
            <a:r>
              <a:rPr lang="en-US" sz="2000" kern="0" dirty="0" smtClean="0">
                <a:solidFill>
                  <a:srgbClr val="FF0000"/>
                </a:solidFill>
                <a:latin typeface="Century Schoolbook" pitchFamily="18" charset="0"/>
              </a:rPr>
              <a:t>Active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The window was broken by Charlie.	</a:t>
            </a:r>
            <a:r>
              <a:rPr lang="en-US" sz="2000" kern="0" dirty="0" smtClean="0">
                <a:latin typeface="Century Schoolbook" pitchFamily="18" charset="0"/>
              </a:rPr>
              <a:t>(</a:t>
            </a:r>
            <a:r>
              <a:rPr lang="en-US" sz="2000" kern="0" dirty="0" smtClean="0">
                <a:solidFill>
                  <a:srgbClr val="FF0000"/>
                </a:solidFill>
                <a:latin typeface="Century Schoolbook" pitchFamily="18" charset="0"/>
              </a:rPr>
              <a:t>Passive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Jack loves his brother.			</a:t>
            </a:r>
            <a:r>
              <a:rPr lang="en-US" sz="2000" kern="0" dirty="0" smtClean="0">
                <a:latin typeface="Century Schoolbook" pitchFamily="18" charset="0"/>
              </a:rPr>
              <a:t>(</a:t>
            </a:r>
            <a:r>
              <a:rPr lang="en-US" sz="2000" kern="0" dirty="0" smtClean="0">
                <a:solidFill>
                  <a:srgbClr val="FF0000"/>
                </a:solidFill>
                <a:latin typeface="Century Schoolbook" pitchFamily="18" charset="0"/>
              </a:rPr>
              <a:t>Active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His brother is loved by Jack.		</a:t>
            </a:r>
            <a:r>
              <a:rPr lang="en-US" sz="2000" kern="0" dirty="0" smtClean="0">
                <a:latin typeface="Century Schoolbook" pitchFamily="18" charset="0"/>
              </a:rPr>
              <a:t>(</a:t>
            </a:r>
            <a:r>
              <a:rPr lang="en-US" sz="2000" kern="0" dirty="0" smtClean="0">
                <a:solidFill>
                  <a:srgbClr val="FF0000"/>
                </a:solidFill>
                <a:latin typeface="Century Schoolbook" pitchFamily="18" charset="0"/>
              </a:rPr>
              <a:t>Passive Voice</a:t>
            </a:r>
            <a:r>
              <a:rPr lang="en-US" sz="2000" kern="0" dirty="0" smtClean="0">
                <a:latin typeface="Century Schoolbook" pitchFamily="18" charset="0"/>
              </a:rPr>
              <a:t>)</a:t>
            </a:r>
            <a:endParaRPr lang="en-US" kern="0" dirty="0" smtClean="0">
              <a:latin typeface="Century Schoolbook" pitchFamily="18" charset="0"/>
            </a:endParaRPr>
          </a:p>
        </p:txBody>
      </p:sp>
      <p:sp>
        <p:nvSpPr>
          <p:cNvPr id="4" name="Rectangle 1034"/>
          <p:cNvSpPr txBox="1">
            <a:spLocks noChangeArrowheads="1"/>
          </p:cNvSpPr>
          <p:nvPr/>
        </p:nvSpPr>
        <p:spPr bwMode="auto">
          <a:xfrm>
            <a:off x="1153452" y="4381223"/>
            <a:ext cx="7613180" cy="198330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accent6">
                    <a:lumMod val="50000"/>
                  </a:schemeClr>
                </a:solidFill>
                <a:effectLst/>
                <a:uLnTx/>
                <a:uFillTx/>
                <a:latin typeface="Century Schoolbook" pitchFamily="18" charset="0"/>
                <a:cs typeface="+mn-cs"/>
              </a:rPr>
              <a:t>	The distinction</a:t>
            </a:r>
            <a:r>
              <a:rPr kumimoji="0" lang="en-US" b="0" i="0" u="none" strike="noStrike" kern="0" cap="none" spc="0" normalizeH="0" noProof="0" dirty="0" smtClean="0">
                <a:ln>
                  <a:noFill/>
                </a:ln>
                <a:solidFill>
                  <a:schemeClr val="accent6">
                    <a:lumMod val="50000"/>
                  </a:schemeClr>
                </a:solidFill>
                <a:effectLst/>
                <a:uLnTx/>
                <a:uFillTx/>
                <a:latin typeface="Century Schoolbook" pitchFamily="18" charset="0"/>
                <a:cs typeface="+mn-cs"/>
              </a:rPr>
              <a:t> between them is a difference in their surface structure. They have different syntactic forms of individual sentence. This superficial difference is called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surface structure.</a:t>
            </a:r>
            <a:endParaRPr lang="en-US" b="1" i="1" kern="0" dirty="0" smtClean="0">
              <a:solidFill>
                <a:schemeClr val="accent6">
                  <a:lumMod val="50000"/>
                </a:schemeClr>
              </a:solidFill>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endParaRPr lang="en-US" b="1" u="sng" dirty="0" smtClean="0">
              <a:solidFill>
                <a:srgbClr val="FF0000"/>
              </a:solidFill>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320800" y="1630816"/>
            <a:ext cx="7619999" cy="27815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The sentences can have</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deep structure like this:</a:t>
            </a:r>
            <a:endParaRPr kumimoji="0" lang="en-US" b="0" i="0" u="none" strike="noStrike" kern="0" cap="none" spc="0" normalizeH="0" baseline="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It was Charlie who</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broke the window.</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baseline="0" dirty="0" smtClean="0">
                <a:latin typeface="Century Schoolbook" pitchFamily="18" charset="0"/>
                <a:cs typeface="+mn-cs"/>
              </a:rPr>
              <a:t>Was</a:t>
            </a:r>
            <a:r>
              <a:rPr lang="en-US" kern="0" dirty="0" smtClean="0">
                <a:latin typeface="Century Schoolbook" pitchFamily="18" charset="0"/>
                <a:cs typeface="+mn-cs"/>
              </a:rPr>
              <a:t> t</a:t>
            </a:r>
            <a:r>
              <a:rPr lang="en-US" kern="0" baseline="0" dirty="0" smtClean="0">
                <a:latin typeface="Century Schoolbook" pitchFamily="18" charset="0"/>
                <a:cs typeface="+mn-cs"/>
              </a:rPr>
              <a:t>he</a:t>
            </a:r>
            <a:r>
              <a:rPr lang="en-US" kern="0" dirty="0" smtClean="0">
                <a:latin typeface="Century Schoolbook" pitchFamily="18" charset="0"/>
                <a:cs typeface="+mn-cs"/>
              </a:rPr>
              <a:t> window broken by Charlie?</a:t>
            </a:r>
          </a:p>
          <a:p>
            <a:pPr marL="342900" marR="0" lvl="0" indent="-342900" algn="l" defTabSz="914400" rtl="0" eaLnBrk="1" fontAlgn="base" latinLnBrk="0" hangingPunct="1">
              <a:lnSpc>
                <a:spcPct val="100000"/>
              </a:lnSpc>
              <a:spcBef>
                <a:spcPct val="20000"/>
              </a:spcBef>
              <a:spcAft>
                <a:spcPct val="20000"/>
              </a:spcAft>
              <a:buClr>
                <a:schemeClr val="tx1"/>
              </a:buClr>
              <a:buSzTx/>
              <a:buFont typeface="Arial" pitchFamily="34" charset="0"/>
              <a:buChar char="•"/>
              <a:tabLst/>
              <a:defRPr/>
            </a:pPr>
            <a:r>
              <a:rPr lang="en-US" kern="0" dirty="0" smtClean="0">
                <a:latin typeface="Century Schoolbook" pitchFamily="18" charset="0"/>
                <a:cs typeface="+mn-cs"/>
              </a:rPr>
              <a:t>It is Jack</a:t>
            </a: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 loves his brother.</a:t>
            </a:r>
            <a:endParaRPr lang="en-US" kern="0" dirty="0" smtClean="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b="1" i="0" strike="noStrike" kern="0" cap="none" spc="0" normalizeH="0" baseline="0" noProof="0" dirty="0" smtClean="0">
                <a:ln>
                  <a:noFill/>
                </a:ln>
                <a:solidFill>
                  <a:srgbClr val="FF0000"/>
                </a:solidFill>
                <a:effectLst/>
                <a:uLnTx/>
                <a:uFillTx/>
                <a:latin typeface="Century Schoolbook" pitchFamily="18" charset="0"/>
                <a:cs typeface="+mn-cs"/>
              </a:rPr>
              <a:t>	</a:t>
            </a:r>
            <a:r>
              <a:rPr kumimoji="0" lang="en-US" b="1" i="0" strike="noStrike" kern="0" cap="none" spc="0" normalizeH="0" baseline="0" noProof="0" dirty="0" smtClean="0">
                <a:ln>
                  <a:noFill/>
                </a:ln>
                <a:effectLst/>
                <a:uLnTx/>
                <a:uFillTx/>
                <a:latin typeface="Century Schoolbook" pitchFamily="18" charset="0"/>
                <a:cs typeface="+mn-cs"/>
              </a:rPr>
              <a:t>And</a:t>
            </a:r>
            <a:r>
              <a:rPr kumimoji="0" lang="en-US" b="1" i="0" strike="noStrike" kern="0" cap="none" spc="0" normalizeH="0" noProof="0" dirty="0" smtClean="0">
                <a:ln>
                  <a:noFill/>
                </a:ln>
                <a:effectLst/>
                <a:uLnTx/>
                <a:uFillTx/>
                <a:latin typeface="Century Schoolbook" pitchFamily="18" charset="0"/>
                <a:cs typeface="+mn-cs"/>
              </a:rPr>
              <a:t> so on…</a:t>
            </a:r>
            <a:endParaRPr kumimoji="0" lang="en-US" b="1" i="0" strike="noStrike" kern="0" cap="none" spc="0" normalizeH="0" baseline="0" noProof="0" dirty="0" smtClean="0">
              <a:ln>
                <a:noFill/>
              </a:ln>
              <a:effectLst/>
              <a:uLnTx/>
              <a:uFillTx/>
              <a:latin typeface="Century Schoolbook" pitchFamily="18" charset="0"/>
              <a:cs typeface="+mn-cs"/>
            </a:endParaRPr>
          </a:p>
        </p:txBody>
      </p:sp>
      <p:sp>
        <p:nvSpPr>
          <p:cNvPr id="4" name="Rectangle 1034"/>
          <p:cNvSpPr txBox="1">
            <a:spLocks noChangeArrowheads="1"/>
          </p:cNvSpPr>
          <p:nvPr/>
        </p:nvSpPr>
        <p:spPr bwMode="auto">
          <a:xfrm>
            <a:off x="1037340" y="4337681"/>
            <a:ext cx="7613180" cy="24042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accent6">
                    <a:lumMod val="50000"/>
                  </a:schemeClr>
                </a:solidFill>
                <a:effectLst/>
                <a:uLnTx/>
                <a:uFillTx/>
                <a:latin typeface="Century Schoolbook" pitchFamily="18" charset="0"/>
                <a:cs typeface="+mn-cs"/>
              </a:rPr>
              <a:t>	An abstract level of structural organization in which all the elements determining structural</a:t>
            </a:r>
            <a:r>
              <a:rPr lang="en-US" kern="0" dirty="0" smtClean="0">
                <a:solidFill>
                  <a:schemeClr val="accent6">
                    <a:lumMod val="50000"/>
                  </a:schemeClr>
                </a:solidFill>
                <a:latin typeface="Century Schoolbook" pitchFamily="18" charset="0"/>
                <a:cs typeface="+mn-cs"/>
              </a:rPr>
              <a:t> interpretation are represented is</a:t>
            </a:r>
            <a:r>
              <a:rPr kumimoji="0" lang="en-US" b="0" i="0" u="none" strike="noStrike" kern="0" cap="none" spc="0" normalizeH="0" noProof="0" dirty="0" smtClean="0">
                <a:ln>
                  <a:noFill/>
                </a:ln>
                <a:solidFill>
                  <a:schemeClr val="accent6">
                    <a:lumMod val="50000"/>
                  </a:schemeClr>
                </a:solidFill>
                <a:effectLst/>
                <a:uLnTx/>
                <a:uFillTx/>
                <a:latin typeface="Century Schoolbook" pitchFamily="18" charset="0"/>
                <a:cs typeface="+mn-cs"/>
              </a:rPr>
              <a:t> called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deep structure. OR </a:t>
            </a:r>
            <a:r>
              <a:rPr kumimoji="0" lang="en-US" u="none" strike="noStrike" kern="0" cap="none" spc="0" normalizeH="0" noProof="0" dirty="0" smtClean="0">
                <a:ln>
                  <a:noFill/>
                </a:ln>
                <a:solidFill>
                  <a:schemeClr val="accent6">
                    <a:lumMod val="50000"/>
                  </a:schemeClr>
                </a:solidFill>
                <a:effectLst/>
                <a:uLnTx/>
                <a:uFillTx/>
                <a:latin typeface="Century Schoolbook" pitchFamily="18" charset="0"/>
                <a:cs typeface="+mn-cs"/>
              </a:rPr>
              <a:t>The underlying level where the basic components can be represented is called their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deep structure</a:t>
            </a:r>
            <a:r>
              <a:rPr kumimoji="0" lang="en-US" u="none" strike="noStrike" kern="0" cap="none" spc="0" normalizeH="0" noProof="0" dirty="0" smtClean="0">
                <a:ln>
                  <a:noFill/>
                </a:ln>
                <a:solidFill>
                  <a:schemeClr val="accent6">
                    <a:lumMod val="50000"/>
                  </a:schemeClr>
                </a:solidFill>
                <a:effectLst/>
                <a:uLnTx/>
                <a:uFillTx/>
                <a:latin typeface="Century Schoolbook" pitchFamily="18" charset="0"/>
                <a:cs typeface="+mn-cs"/>
              </a:rPr>
              <a:t>.</a:t>
            </a:r>
            <a:endParaRPr lang="en-US" b="1" kern="0" dirty="0" smtClean="0">
              <a:solidFill>
                <a:schemeClr val="accent6">
                  <a:lumMod val="50000"/>
                </a:schemeClr>
              </a:solidFill>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endParaRPr lang="en-US" b="1" u="sng" dirty="0" smtClean="0">
              <a:solidFill>
                <a:srgbClr val="FF0000"/>
              </a:solidFill>
              <a:latin typeface="Century Schoolbook" pitchFamily="18" charset="0"/>
            </a:endParaRPr>
          </a:p>
        </p:txBody>
      </p:sp>
      <p:sp>
        <p:nvSpPr>
          <p:cNvPr id="5" name="Right Brace 4"/>
          <p:cNvSpPr/>
          <p:nvPr/>
        </p:nvSpPr>
        <p:spPr bwMode="auto">
          <a:xfrm>
            <a:off x="7329714" y="2206171"/>
            <a:ext cx="348343" cy="885372"/>
          </a:xfrm>
          <a:prstGeom prst="righ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P spid="4"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Structural Ambiguity</a:t>
            </a:r>
            <a:endParaRPr lang="en-US" b="1" dirty="0"/>
          </a:p>
        </p:txBody>
      </p:sp>
      <p:sp>
        <p:nvSpPr>
          <p:cNvPr id="73737" name="Rectangle 9"/>
          <p:cNvSpPr>
            <a:spLocks noGrp="1" noChangeArrowheads="1"/>
          </p:cNvSpPr>
          <p:nvPr>
            <p:ph type="body" sz="half" idx="1"/>
          </p:nvPr>
        </p:nvSpPr>
        <p:spPr>
          <a:xfrm>
            <a:off x="885372" y="1449388"/>
            <a:ext cx="7605498" cy="1003525"/>
          </a:xfrm>
        </p:spPr>
        <p:txBody>
          <a:bodyPr/>
          <a:lstStyle/>
          <a:p>
            <a:r>
              <a:rPr lang="en-US" sz="2500" dirty="0" smtClean="0">
                <a:latin typeface="Century Schoolbook" pitchFamily="18" charset="0"/>
              </a:rPr>
              <a:t>Annie bumped into a man with an umbrella.</a:t>
            </a:r>
          </a:p>
          <a:p>
            <a:r>
              <a:rPr lang="en-US" sz="2500" dirty="0" smtClean="0">
                <a:latin typeface="Century Schoolbook" pitchFamily="18" charset="0"/>
              </a:rPr>
              <a:t>Small boys and girls are playing hide and seek.</a:t>
            </a:r>
          </a:p>
          <a:p>
            <a:pPr>
              <a:buNone/>
            </a:pPr>
            <a:endParaRPr lang="en-US" sz="2500" dirty="0">
              <a:latin typeface="Century Schoolbook" pitchFamily="18" charset="0"/>
            </a:endParaRPr>
          </a:p>
        </p:txBody>
      </p:sp>
      <p:sp>
        <p:nvSpPr>
          <p:cNvPr id="7" name="Rectangle 9"/>
          <p:cNvSpPr txBox="1">
            <a:spLocks noChangeArrowheads="1"/>
          </p:cNvSpPr>
          <p:nvPr/>
        </p:nvSpPr>
        <p:spPr bwMode="auto">
          <a:xfrm>
            <a:off x="899884" y="2508930"/>
            <a:ext cx="8244115" cy="318067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1" u="none" strike="noStrike" kern="0" cap="none" spc="0" normalizeH="0" baseline="0" noProof="0" dirty="0" smtClean="0">
                <a:ln>
                  <a:noFill/>
                </a:ln>
                <a:effectLst/>
                <a:uLnTx/>
                <a:uFillTx/>
                <a:latin typeface="Century Schoolbook" pitchFamily="18" charset="0"/>
                <a:ea typeface="+mn-ea"/>
                <a:cs typeface="+mn-cs"/>
              </a:rPr>
              <a:t>	Explanation</a:t>
            </a:r>
            <a:r>
              <a:rPr kumimoji="0" lang="en-US" sz="2200" b="0" i="1" u="none" strike="noStrike" kern="0" cap="none" spc="0" normalizeH="0" noProof="0" dirty="0" smtClean="0">
                <a:ln>
                  <a:noFill/>
                </a:ln>
                <a:effectLst/>
                <a:uLnTx/>
                <a:uFillTx/>
                <a:latin typeface="Century Schoolbook" pitchFamily="18" charset="0"/>
                <a:ea typeface="+mn-ea"/>
                <a:cs typeface="+mn-cs"/>
              </a:rPr>
              <a:t> can show in the first sentence two ideas: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0" u="none" strike="noStrike" kern="0" cap="none" spc="0" normalizeH="0" baseline="0" noProof="0" dirty="0" err="1" smtClean="0">
                <a:ln>
                  <a:noFill/>
                </a:ln>
                <a:solidFill>
                  <a:schemeClr val="accent6">
                    <a:lumMod val="50000"/>
                  </a:schemeClr>
                </a:solidFill>
                <a:effectLst/>
                <a:uLnTx/>
                <a:uFillTx/>
                <a:latin typeface="Century Schoolbook" pitchFamily="18" charset="0"/>
                <a:ea typeface="+mn-ea"/>
                <a:cs typeface="+mn-cs"/>
              </a:rPr>
              <a:t>i</a:t>
            </a:r>
            <a:r>
              <a:rPr lang="en-US" sz="2200" kern="0" dirty="0" smtClean="0">
                <a:solidFill>
                  <a:schemeClr val="accent6">
                    <a:lumMod val="50000"/>
                  </a:schemeClr>
                </a:solidFill>
                <a:latin typeface="Century Schoolbook" pitchFamily="18" charset="0"/>
                <a:cs typeface="+mn-cs"/>
              </a:rPr>
              <a:t>.	Annie had an umbrella and she bumped into a 	man.</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ii.	Annie</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bumped into a man when he happened to be 	carrying an umbrella.</a:t>
            </a:r>
          </a:p>
          <a:p>
            <a:pPr marL="342900" indent="-342900" algn="l">
              <a:spcBef>
                <a:spcPct val="20000"/>
              </a:spcBef>
              <a:spcAft>
                <a:spcPct val="20000"/>
              </a:spcAft>
              <a:buClr>
                <a:schemeClr val="tx1"/>
              </a:buClr>
            </a:pPr>
            <a:r>
              <a:rPr lang="en-US" sz="2200" i="1" kern="0" dirty="0" smtClean="0">
                <a:latin typeface="Century Schoolbook" pitchFamily="18" charset="0"/>
              </a:rPr>
              <a:t>	Explanation can show in the first sentence two ideas: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0" u="none" strike="noStrike" kern="0" cap="none" spc="0" normalizeH="0" baseline="0" noProof="0" dirty="0" err="1" smtClean="0">
                <a:ln>
                  <a:noFill/>
                </a:ln>
                <a:solidFill>
                  <a:schemeClr val="accent6">
                    <a:lumMod val="50000"/>
                  </a:schemeClr>
                </a:solidFill>
                <a:effectLst/>
                <a:uLnTx/>
                <a:uFillTx/>
                <a:latin typeface="Century Schoolbook" pitchFamily="18" charset="0"/>
                <a:ea typeface="+mn-ea"/>
                <a:cs typeface="+mn-cs"/>
              </a:rPr>
              <a:t>i</a:t>
            </a: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Small boys are playing with young girls.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sz="2200" kern="0" dirty="0" smtClean="0">
                <a:solidFill>
                  <a:schemeClr val="accent6">
                    <a:lumMod val="50000"/>
                  </a:schemeClr>
                </a:solidFill>
                <a:latin typeface="Century Schoolbook" pitchFamily="18" charset="0"/>
                <a:cs typeface="+mn-cs"/>
              </a:rPr>
              <a:t>	ii.	Small boys and all girls are playing.</a:t>
            </a:r>
            <a:endPar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2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8" name="Rectangle 9"/>
          <p:cNvSpPr txBox="1">
            <a:spLocks noChangeArrowheads="1"/>
          </p:cNvSpPr>
          <p:nvPr/>
        </p:nvSpPr>
        <p:spPr bwMode="auto">
          <a:xfrm>
            <a:off x="899885" y="5716531"/>
            <a:ext cx="8244115" cy="10398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sz="2200" b="0" i="1" u="none" strike="noStrike" kern="0" cap="none" spc="0" normalizeH="0" baseline="0" noProof="0" dirty="0" smtClean="0">
                <a:ln>
                  <a:noFill/>
                </a:ln>
                <a:solidFill>
                  <a:schemeClr val="accent6">
                    <a:lumMod val="75000"/>
                  </a:schemeClr>
                </a:solidFill>
                <a:effectLst/>
                <a:uLnTx/>
                <a:uFillTx/>
                <a:latin typeface="Century Schoolbook" pitchFamily="18" charset="0"/>
                <a:ea typeface="+mn-ea"/>
                <a:cs typeface="+mn-cs"/>
              </a:rPr>
              <a:t>	</a:t>
            </a:r>
            <a:r>
              <a:rPr kumimoji="0" lang="en-US" sz="2200" b="0" u="none" strike="noStrike" kern="0" cap="none" spc="0" normalizeH="0" baseline="0" noProof="0" dirty="0" smtClean="0">
                <a:ln>
                  <a:noFill/>
                </a:ln>
                <a:solidFill>
                  <a:schemeClr val="accent6">
                    <a:lumMod val="75000"/>
                  </a:schemeClr>
                </a:solidFill>
                <a:effectLst/>
                <a:uLnTx/>
                <a:uFillTx/>
                <a:latin typeface="Century Schoolbook" pitchFamily="18" charset="0"/>
                <a:ea typeface="+mn-ea"/>
                <a:cs typeface="+mn-cs"/>
              </a:rPr>
              <a:t>Distinct</a:t>
            </a:r>
            <a:r>
              <a:rPr kumimoji="0" lang="en-US" sz="2200" b="0" u="none" strike="noStrike" kern="0" cap="none" spc="0" normalizeH="0" noProof="0" dirty="0" smtClean="0">
                <a:ln>
                  <a:noFill/>
                </a:ln>
                <a:solidFill>
                  <a:schemeClr val="accent6">
                    <a:lumMod val="75000"/>
                  </a:schemeClr>
                </a:solidFill>
                <a:effectLst/>
                <a:uLnTx/>
                <a:uFillTx/>
                <a:latin typeface="Century Schoolbook" pitchFamily="18" charset="0"/>
                <a:ea typeface="+mn-ea"/>
                <a:cs typeface="+mn-cs"/>
              </a:rPr>
              <a:t> underlying interpretations that have to be represented differently in deep structure is called </a:t>
            </a:r>
            <a:r>
              <a:rPr kumimoji="0" lang="en-US" sz="2200" b="1" i="1" u="none" strike="noStrike" kern="0" cap="none" spc="0" normalizeH="0" noProof="0" dirty="0" smtClean="0">
                <a:ln>
                  <a:noFill/>
                </a:ln>
                <a:solidFill>
                  <a:schemeClr val="accent6">
                    <a:lumMod val="75000"/>
                  </a:schemeClr>
                </a:solidFill>
                <a:effectLst/>
                <a:uLnTx/>
                <a:uFillTx/>
                <a:latin typeface="Century Schoolbook" pitchFamily="18" charset="0"/>
                <a:ea typeface="+mn-ea"/>
                <a:cs typeface="+mn-cs"/>
              </a:rPr>
              <a:t>Structural Ambiguity.</a:t>
            </a:r>
            <a:endParaRPr kumimoji="0" lang="en-US" sz="2200" b="1" i="0" u="none" strike="noStrike" kern="0" cap="none" spc="0" normalizeH="0" baseline="0" noProof="0" dirty="0">
              <a:ln>
                <a:noFill/>
              </a:ln>
              <a:solidFill>
                <a:schemeClr val="accent6">
                  <a:lumMod val="75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73737" name="Rectangle 9"/>
          <p:cNvSpPr>
            <a:spLocks noGrp="1" noChangeArrowheads="1"/>
          </p:cNvSpPr>
          <p:nvPr>
            <p:ph type="body" sz="half" idx="1"/>
          </p:nvPr>
        </p:nvSpPr>
        <p:spPr>
          <a:xfrm>
            <a:off x="1407885" y="1449388"/>
            <a:ext cx="7155543" cy="4751387"/>
          </a:xfrm>
        </p:spPr>
        <p:txBody>
          <a:bodyPr/>
          <a:lstStyle/>
          <a:p>
            <a:pPr algn="just"/>
            <a:r>
              <a:rPr lang="en-US" sz="2400" dirty="0" smtClean="0">
                <a:latin typeface="Century Schoolbook" pitchFamily="18" charset="0"/>
              </a:rPr>
              <a:t>A tree diagram is a way of representing the hierarchical nature of a structure in a graphical form. It is named a "tree diagram” because the classic representation resembles a tree, even though the chart is generally upside down compared to an actual tree, with the "root" at the top and the "leaves" at the bottom.</a:t>
            </a:r>
          </a:p>
          <a:p>
            <a:pPr algn="just"/>
            <a:r>
              <a:rPr lang="en-US" sz="2400" dirty="0" smtClean="0">
                <a:latin typeface="Century Schoolbook" pitchFamily="18" charset="0"/>
              </a:rPr>
              <a:t>Tree diagram provides us visual representation of the constituents of the corresponding expression.</a:t>
            </a:r>
          </a:p>
          <a:p>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6" name="Rectangle 3"/>
          <p:cNvSpPr>
            <a:spLocks noGrp="1" noChangeArrowheads="1"/>
          </p:cNvSpPr>
          <p:nvPr>
            <p:ph type="body" idx="1"/>
          </p:nvPr>
        </p:nvSpPr>
        <p:spPr>
          <a:xfrm>
            <a:off x="1182688" y="1582062"/>
            <a:ext cx="5599112" cy="573088"/>
          </a:xfrm>
          <a:noFill/>
          <a:ln/>
        </p:spPr>
        <p:txBody>
          <a:bodyPr lIns="182562" tIns="46038" rIns="182562" bIns="46038"/>
          <a:lstStyle/>
          <a:p>
            <a:r>
              <a:rPr lang="en-US" sz="2400" dirty="0" smtClean="0"/>
              <a:t>E.g. A child can kick a football.</a:t>
            </a:r>
            <a:endParaRPr lang="en-US" sz="2400" dirty="0"/>
          </a:p>
        </p:txBody>
      </p:sp>
      <p:sp>
        <p:nvSpPr>
          <p:cNvPr id="24" name="TextBox 23"/>
          <p:cNvSpPr txBox="1"/>
          <p:nvPr/>
        </p:nvSpPr>
        <p:spPr>
          <a:xfrm>
            <a:off x="1428715" y="5872446"/>
            <a:ext cx="867229" cy="461665"/>
          </a:xfrm>
          <a:prstGeom prst="rect">
            <a:avLst/>
          </a:prstGeom>
          <a:noFill/>
        </p:spPr>
        <p:txBody>
          <a:bodyPr wrap="square" rtlCol="0">
            <a:spAutoFit/>
          </a:bodyPr>
          <a:lstStyle/>
          <a:p>
            <a:r>
              <a:rPr lang="en-US" dirty="0" smtClean="0"/>
              <a:t>A</a:t>
            </a:r>
            <a:endParaRPr lang="en-US" dirty="0"/>
          </a:p>
        </p:txBody>
      </p:sp>
      <p:sp>
        <p:nvSpPr>
          <p:cNvPr id="25" name="TextBox 24"/>
          <p:cNvSpPr txBox="1"/>
          <p:nvPr/>
        </p:nvSpPr>
        <p:spPr>
          <a:xfrm>
            <a:off x="2636554" y="5872446"/>
            <a:ext cx="845457" cy="461665"/>
          </a:xfrm>
          <a:prstGeom prst="rect">
            <a:avLst/>
          </a:prstGeom>
          <a:noFill/>
        </p:spPr>
        <p:txBody>
          <a:bodyPr wrap="square" rtlCol="0">
            <a:spAutoFit/>
          </a:bodyPr>
          <a:lstStyle/>
          <a:p>
            <a:r>
              <a:rPr lang="en-US" dirty="0" smtClean="0"/>
              <a:t>child</a:t>
            </a:r>
            <a:endParaRPr lang="en-US" dirty="0"/>
          </a:p>
        </p:txBody>
      </p:sp>
      <p:sp>
        <p:nvSpPr>
          <p:cNvPr id="26" name="TextBox 25"/>
          <p:cNvSpPr txBox="1"/>
          <p:nvPr/>
        </p:nvSpPr>
        <p:spPr>
          <a:xfrm>
            <a:off x="3969028" y="5872446"/>
            <a:ext cx="685800" cy="369332"/>
          </a:xfrm>
          <a:prstGeom prst="rect">
            <a:avLst/>
          </a:prstGeom>
          <a:noFill/>
        </p:spPr>
        <p:txBody>
          <a:bodyPr wrap="square" rtlCol="0">
            <a:spAutoFit/>
          </a:bodyPr>
          <a:lstStyle/>
          <a:p>
            <a:r>
              <a:rPr lang="en-US" dirty="0" smtClean="0"/>
              <a:t>can</a:t>
            </a:r>
            <a:endParaRPr lang="en-US" dirty="0"/>
          </a:p>
        </p:txBody>
      </p:sp>
      <p:sp>
        <p:nvSpPr>
          <p:cNvPr id="27" name="TextBox 26"/>
          <p:cNvSpPr txBox="1"/>
          <p:nvPr/>
        </p:nvSpPr>
        <p:spPr>
          <a:xfrm>
            <a:off x="5357191" y="5819438"/>
            <a:ext cx="874486" cy="461665"/>
          </a:xfrm>
          <a:prstGeom prst="rect">
            <a:avLst/>
          </a:prstGeom>
          <a:noFill/>
        </p:spPr>
        <p:txBody>
          <a:bodyPr wrap="square" rtlCol="0">
            <a:spAutoFit/>
          </a:bodyPr>
          <a:lstStyle/>
          <a:p>
            <a:r>
              <a:rPr lang="en-US" dirty="0" smtClean="0"/>
              <a:t>kick</a:t>
            </a:r>
            <a:endParaRPr lang="en-US" dirty="0"/>
          </a:p>
        </p:txBody>
      </p:sp>
      <p:sp>
        <p:nvSpPr>
          <p:cNvPr id="28" name="TextBox 27"/>
          <p:cNvSpPr txBox="1"/>
          <p:nvPr/>
        </p:nvSpPr>
        <p:spPr>
          <a:xfrm>
            <a:off x="7229061" y="5792933"/>
            <a:ext cx="1270000" cy="461665"/>
          </a:xfrm>
          <a:prstGeom prst="rect">
            <a:avLst/>
          </a:prstGeom>
          <a:noFill/>
        </p:spPr>
        <p:txBody>
          <a:bodyPr wrap="square" rtlCol="0">
            <a:spAutoFit/>
          </a:bodyPr>
          <a:lstStyle/>
          <a:p>
            <a:r>
              <a:rPr lang="en-US" dirty="0" smtClean="0"/>
              <a:t>football</a:t>
            </a:r>
            <a:endParaRPr lang="en-US" dirty="0"/>
          </a:p>
        </p:txBody>
      </p:sp>
      <p:sp>
        <p:nvSpPr>
          <p:cNvPr id="38" name="TextBox 37"/>
          <p:cNvSpPr txBox="1"/>
          <p:nvPr/>
        </p:nvSpPr>
        <p:spPr>
          <a:xfrm>
            <a:off x="6437244" y="5859188"/>
            <a:ext cx="381000" cy="369332"/>
          </a:xfrm>
          <a:prstGeom prst="rect">
            <a:avLst/>
          </a:prstGeom>
          <a:noFill/>
        </p:spPr>
        <p:txBody>
          <a:bodyPr wrap="square" rtlCol="0">
            <a:spAutoFit/>
          </a:bodyPr>
          <a:lstStyle/>
          <a:p>
            <a:r>
              <a:rPr lang="en-US" dirty="0" smtClean="0"/>
              <a:t>a</a:t>
            </a:r>
            <a:endParaRPr lang="en-US" dirty="0"/>
          </a:p>
        </p:txBody>
      </p:sp>
      <p:sp>
        <p:nvSpPr>
          <p:cNvPr id="47" name="Rectangle 9"/>
          <p:cNvSpPr txBox="1">
            <a:spLocks noChangeArrowheads="1"/>
          </p:cNvSpPr>
          <p:nvPr/>
        </p:nvSpPr>
        <p:spPr bwMode="auto">
          <a:xfrm>
            <a:off x="4114762" y="1959593"/>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48" name="Straight Connector 47"/>
          <p:cNvCxnSpPr/>
          <p:nvPr/>
        </p:nvCxnSpPr>
        <p:spPr bwMode="auto">
          <a:xfrm rot="5400000">
            <a:off x="3079454" y="1890114"/>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rot="16200000" flipH="1">
            <a:off x="4901629" y="1906644"/>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rot="16200000" flipH="1">
            <a:off x="4099871" y="2708403"/>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1" name="Rectangle 9"/>
          <p:cNvSpPr txBox="1">
            <a:spLocks noChangeArrowheads="1"/>
          </p:cNvSpPr>
          <p:nvPr/>
        </p:nvSpPr>
        <p:spPr bwMode="auto">
          <a:xfrm>
            <a:off x="2107086" y="3039633"/>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2" name="Rectangle 9"/>
          <p:cNvSpPr txBox="1">
            <a:spLocks noChangeArrowheads="1"/>
          </p:cNvSpPr>
          <p:nvPr/>
        </p:nvSpPr>
        <p:spPr bwMode="auto">
          <a:xfrm>
            <a:off x="3896135" y="3046261"/>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3" name="Rectangle 9"/>
          <p:cNvSpPr txBox="1">
            <a:spLocks noChangeArrowheads="1"/>
          </p:cNvSpPr>
          <p:nvPr/>
        </p:nvSpPr>
        <p:spPr bwMode="auto">
          <a:xfrm>
            <a:off x="5777894" y="303963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4" name="Straight Connector 53"/>
          <p:cNvCxnSpPr/>
          <p:nvPr/>
        </p:nvCxnSpPr>
        <p:spPr bwMode="auto">
          <a:xfrm rot="16200000" flipH="1">
            <a:off x="3207011" y="4678000"/>
            <a:ext cx="2173362" cy="5303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5" name="Straight Connector 54"/>
          <p:cNvCxnSpPr>
            <a:stCxn id="53" idx="2"/>
          </p:cNvCxnSpPr>
          <p:nvPr/>
        </p:nvCxnSpPr>
        <p:spPr bwMode="auto">
          <a:xfrm rot="5400000">
            <a:off x="5711657" y="3637747"/>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6" name="Straight Connector 55"/>
          <p:cNvCxnSpPr>
            <a:stCxn id="53" idx="2"/>
          </p:cNvCxnSpPr>
          <p:nvPr/>
        </p:nvCxnSpPr>
        <p:spPr bwMode="auto">
          <a:xfrm rot="16200000" flipH="1">
            <a:off x="6354393" y="3346147"/>
            <a:ext cx="496959" cy="1000592"/>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7" name="Rectangle 9"/>
          <p:cNvSpPr txBox="1">
            <a:spLocks noChangeArrowheads="1"/>
          </p:cNvSpPr>
          <p:nvPr/>
        </p:nvSpPr>
        <p:spPr bwMode="auto">
          <a:xfrm>
            <a:off x="2769692" y="4079921"/>
            <a:ext cx="503585"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8" name="Straight Connector 57"/>
          <p:cNvCxnSpPr/>
          <p:nvPr/>
        </p:nvCxnSpPr>
        <p:spPr bwMode="auto">
          <a:xfrm rot="5400000">
            <a:off x="1802293" y="3505197"/>
            <a:ext cx="629482" cy="5764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Straight Connector 58"/>
          <p:cNvCxnSpPr/>
          <p:nvPr/>
        </p:nvCxnSpPr>
        <p:spPr bwMode="auto">
          <a:xfrm rot="16200000" flipH="1">
            <a:off x="2346426" y="5129379"/>
            <a:ext cx="1350921" cy="2572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0" name="Rectangle 9"/>
          <p:cNvSpPr txBox="1">
            <a:spLocks noChangeArrowheads="1"/>
          </p:cNvSpPr>
          <p:nvPr/>
        </p:nvSpPr>
        <p:spPr bwMode="auto">
          <a:xfrm>
            <a:off x="5559238" y="3960653"/>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1" name="Rectangle 9"/>
          <p:cNvSpPr txBox="1">
            <a:spLocks noChangeArrowheads="1"/>
          </p:cNvSpPr>
          <p:nvPr/>
        </p:nvSpPr>
        <p:spPr bwMode="auto">
          <a:xfrm>
            <a:off x="6877875" y="398053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2" name="Straight Connector 61"/>
          <p:cNvCxnSpPr/>
          <p:nvPr/>
        </p:nvCxnSpPr>
        <p:spPr bwMode="auto">
          <a:xfrm rot="16200000" flipH="1">
            <a:off x="5135993" y="5056477"/>
            <a:ext cx="1238279" cy="1913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a:endCxn id="57" idx="0"/>
          </p:cNvCxnSpPr>
          <p:nvPr/>
        </p:nvCxnSpPr>
        <p:spPr bwMode="auto">
          <a:xfrm>
            <a:off x="2385392" y="3472067"/>
            <a:ext cx="636093" cy="60785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3" name="Rectangle 9"/>
          <p:cNvSpPr txBox="1">
            <a:spLocks noChangeArrowheads="1"/>
          </p:cNvSpPr>
          <p:nvPr/>
        </p:nvSpPr>
        <p:spPr bwMode="auto">
          <a:xfrm>
            <a:off x="1490876" y="3993785"/>
            <a:ext cx="682482"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Art</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5" name="Straight Connector 74"/>
          <p:cNvCxnSpPr>
            <a:stCxn id="73" idx="2"/>
          </p:cNvCxnSpPr>
          <p:nvPr/>
        </p:nvCxnSpPr>
        <p:spPr bwMode="auto">
          <a:xfrm rot="16200000" flipH="1">
            <a:off x="1171159" y="5213069"/>
            <a:ext cx="1331851" cy="993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0" name="Rectangle 9"/>
          <p:cNvSpPr txBox="1">
            <a:spLocks noChangeArrowheads="1"/>
          </p:cNvSpPr>
          <p:nvPr/>
        </p:nvSpPr>
        <p:spPr bwMode="auto">
          <a:xfrm>
            <a:off x="7533849" y="5000947"/>
            <a:ext cx="503585"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81" name="Straight Connector 80"/>
          <p:cNvCxnSpPr/>
          <p:nvPr/>
        </p:nvCxnSpPr>
        <p:spPr bwMode="auto">
          <a:xfrm rot="5400000">
            <a:off x="6566450" y="4426223"/>
            <a:ext cx="629482" cy="5764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2" name="Straight Connector 81"/>
          <p:cNvCxnSpPr/>
          <p:nvPr/>
        </p:nvCxnSpPr>
        <p:spPr bwMode="auto">
          <a:xfrm rot="16200000" flipH="1">
            <a:off x="7587660" y="5573328"/>
            <a:ext cx="376888" cy="584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3" name="Straight Connector 82"/>
          <p:cNvCxnSpPr>
            <a:endCxn id="80" idx="0"/>
          </p:cNvCxnSpPr>
          <p:nvPr/>
        </p:nvCxnSpPr>
        <p:spPr bwMode="auto">
          <a:xfrm>
            <a:off x="7149549" y="4393093"/>
            <a:ext cx="636093" cy="60785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4" name="Rectangle 9"/>
          <p:cNvSpPr txBox="1">
            <a:spLocks noChangeArrowheads="1"/>
          </p:cNvSpPr>
          <p:nvPr/>
        </p:nvSpPr>
        <p:spPr bwMode="auto">
          <a:xfrm>
            <a:off x="6255033" y="4914811"/>
            <a:ext cx="682482"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Art</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85" name="Straight Connector 84"/>
          <p:cNvCxnSpPr>
            <a:stCxn id="84" idx="2"/>
          </p:cNvCxnSpPr>
          <p:nvPr/>
        </p:nvCxnSpPr>
        <p:spPr bwMode="auto">
          <a:xfrm rot="16200000" flipH="1">
            <a:off x="6399142" y="5670269"/>
            <a:ext cx="397573" cy="3309"/>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blinds(horizontal)">
                                      <p:cBhvr>
                                        <p:cTn id="17" dur="500"/>
                                        <p:tgtEl>
                                          <p:spTgt spid="47"/>
                                        </p:tgtEl>
                                      </p:cBhvr>
                                    </p:animEffect>
                                  </p:childTnLst>
                                </p:cTn>
                              </p:par>
                              <p:par>
                                <p:cTn id="18" presetID="3" presetClass="entr" presetSubtype="10" fill="hold"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linds(horizontal)">
                                      <p:cBhvr>
                                        <p:cTn id="20" dur="500"/>
                                        <p:tgtEl>
                                          <p:spTgt spid="48"/>
                                        </p:tgtEl>
                                      </p:cBhvr>
                                    </p:animEffect>
                                  </p:childTnLst>
                                </p:cTn>
                              </p:par>
                              <p:par>
                                <p:cTn id="21" presetID="3" presetClass="entr" presetSubtype="1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blinds(horizontal)">
                                      <p:cBhvr>
                                        <p:cTn id="23" dur="500"/>
                                        <p:tgtEl>
                                          <p:spTgt spid="49"/>
                                        </p:tgtEl>
                                      </p:cBhvr>
                                    </p:animEffect>
                                  </p:childTnLst>
                                </p:cTn>
                              </p:par>
                              <p:par>
                                <p:cTn id="24" presetID="3" presetClass="entr" presetSubtype="10" fill="hold"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blinds(horizontal)">
                                      <p:cBhvr>
                                        <p:cTn id="26" dur="500"/>
                                        <p:tgtEl>
                                          <p:spTgt spid="5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blinds(horizontal)">
                                      <p:cBhvr>
                                        <p:cTn id="29" dur="500"/>
                                        <p:tgtEl>
                                          <p:spTgt spid="5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blinds(horizontal)">
                                      <p:cBhvr>
                                        <p:cTn id="32" dur="500"/>
                                        <p:tgtEl>
                                          <p:spTgt spid="5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blinds(horizontal)">
                                      <p:cBhvr>
                                        <p:cTn id="35" dur="500"/>
                                        <p:tgtEl>
                                          <p:spTgt spid="5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blinds(horizontal)">
                                      <p:cBhvr>
                                        <p:cTn id="40" dur="500"/>
                                        <p:tgtEl>
                                          <p:spTgt spid="57"/>
                                        </p:tgtEl>
                                      </p:cBhvr>
                                    </p:animEffect>
                                  </p:childTnLst>
                                </p:cTn>
                              </p:par>
                              <p:par>
                                <p:cTn id="41" presetID="3" presetClass="entr" presetSubtype="1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blinds(horizontal)">
                                      <p:cBhvr>
                                        <p:cTn id="43" dur="500"/>
                                        <p:tgtEl>
                                          <p:spTgt spid="58"/>
                                        </p:tgtEl>
                                      </p:cBhvr>
                                    </p:animEffect>
                                  </p:childTnLst>
                                </p:cTn>
                              </p:par>
                              <p:par>
                                <p:cTn id="44" presetID="3" presetClass="entr" presetSubtype="10" fill="hold" nodeType="with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blinds(horizontal)">
                                      <p:cBhvr>
                                        <p:cTn id="46" dur="500"/>
                                        <p:tgtEl>
                                          <p:spTgt spid="59"/>
                                        </p:tgtEl>
                                      </p:cBhvr>
                                    </p:animEffect>
                                  </p:childTnLst>
                                </p:cTn>
                              </p:par>
                              <p:par>
                                <p:cTn id="47" presetID="3" presetClass="entr" presetSubtype="10" fill="hold" nodeType="with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blinds(horizontal)">
                                      <p:cBhvr>
                                        <p:cTn id="49" dur="500"/>
                                        <p:tgtEl>
                                          <p:spTgt spid="7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blinds(horizontal)">
                                      <p:cBhvr>
                                        <p:cTn id="52" dur="500"/>
                                        <p:tgtEl>
                                          <p:spTgt spid="73"/>
                                        </p:tgtEl>
                                      </p:cBhvr>
                                    </p:animEffect>
                                  </p:childTnLst>
                                </p:cTn>
                              </p:par>
                              <p:par>
                                <p:cTn id="53" presetID="3" presetClass="entr" presetSubtype="10" fill="hold" nodeType="with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blinds(horizontal)">
                                      <p:cBhvr>
                                        <p:cTn id="55" dur="500"/>
                                        <p:tgtEl>
                                          <p:spTgt spid="7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blinds(horizontal)">
                                      <p:cBhvr>
                                        <p:cTn id="60" dur="500"/>
                                        <p:tgtEl>
                                          <p:spTgt spid="55"/>
                                        </p:tgtEl>
                                      </p:cBhvr>
                                    </p:animEffect>
                                  </p:childTnLst>
                                </p:cTn>
                              </p:par>
                              <p:par>
                                <p:cTn id="61" presetID="3" presetClass="entr" presetSubtype="10" fill="hold"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blinds(horizontal)">
                                      <p:cBhvr>
                                        <p:cTn id="63" dur="500"/>
                                        <p:tgtEl>
                                          <p:spTgt spid="56"/>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blinds(horizontal)">
                                      <p:cBhvr>
                                        <p:cTn id="66" dur="500"/>
                                        <p:tgtEl>
                                          <p:spTgt spid="60"/>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blinds(horizontal)">
                                      <p:cBhvr>
                                        <p:cTn id="69" dur="500"/>
                                        <p:tgtEl>
                                          <p:spTgt spid="61"/>
                                        </p:tgtEl>
                                      </p:cBhvr>
                                    </p:animEffect>
                                  </p:childTnLst>
                                </p:cTn>
                              </p:par>
                              <p:par>
                                <p:cTn id="70" presetID="3" presetClass="entr" presetSubtype="10" fill="hold"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blinds(horizontal)">
                                      <p:cBhvr>
                                        <p:cTn id="72" dur="500"/>
                                        <p:tgtEl>
                                          <p:spTgt spid="62"/>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Effect transition="in" filter="blinds(horizontal)">
                                      <p:cBhvr>
                                        <p:cTn id="75" dur="500"/>
                                        <p:tgtEl>
                                          <p:spTgt spid="80"/>
                                        </p:tgtEl>
                                      </p:cBhvr>
                                    </p:animEffect>
                                  </p:childTnLst>
                                </p:cTn>
                              </p:par>
                              <p:par>
                                <p:cTn id="76" presetID="3" presetClass="entr" presetSubtype="10" fill="hold" nodeType="withEffect">
                                  <p:stCondLst>
                                    <p:cond delay="0"/>
                                  </p:stCondLst>
                                  <p:childTnLst>
                                    <p:set>
                                      <p:cBhvr>
                                        <p:cTn id="77" dur="1" fill="hold">
                                          <p:stCondLst>
                                            <p:cond delay="0"/>
                                          </p:stCondLst>
                                        </p:cTn>
                                        <p:tgtEl>
                                          <p:spTgt spid="81"/>
                                        </p:tgtEl>
                                        <p:attrNameLst>
                                          <p:attrName>style.visibility</p:attrName>
                                        </p:attrNameLst>
                                      </p:cBhvr>
                                      <p:to>
                                        <p:strVal val="visible"/>
                                      </p:to>
                                    </p:set>
                                    <p:animEffect transition="in" filter="blinds(horizontal)">
                                      <p:cBhvr>
                                        <p:cTn id="78" dur="500"/>
                                        <p:tgtEl>
                                          <p:spTgt spid="81"/>
                                        </p:tgtEl>
                                      </p:cBhvr>
                                    </p:animEffect>
                                  </p:childTnLst>
                                </p:cTn>
                              </p:par>
                              <p:par>
                                <p:cTn id="79" presetID="3" presetClass="entr" presetSubtype="10" fill="hold" nodeType="withEffect">
                                  <p:stCondLst>
                                    <p:cond delay="0"/>
                                  </p:stCondLst>
                                  <p:childTnLst>
                                    <p:set>
                                      <p:cBhvr>
                                        <p:cTn id="80" dur="1" fill="hold">
                                          <p:stCondLst>
                                            <p:cond delay="0"/>
                                          </p:stCondLst>
                                        </p:cTn>
                                        <p:tgtEl>
                                          <p:spTgt spid="82"/>
                                        </p:tgtEl>
                                        <p:attrNameLst>
                                          <p:attrName>style.visibility</p:attrName>
                                        </p:attrNameLst>
                                      </p:cBhvr>
                                      <p:to>
                                        <p:strVal val="visible"/>
                                      </p:to>
                                    </p:set>
                                    <p:animEffect transition="in" filter="blinds(horizontal)">
                                      <p:cBhvr>
                                        <p:cTn id="81" dur="500"/>
                                        <p:tgtEl>
                                          <p:spTgt spid="82"/>
                                        </p:tgtEl>
                                      </p:cBhvr>
                                    </p:animEffect>
                                  </p:childTnLst>
                                </p:cTn>
                              </p:par>
                              <p:par>
                                <p:cTn id="82" presetID="3" presetClass="entr" presetSubtype="10" fill="hold" nodeType="with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blinds(horizontal)">
                                      <p:cBhvr>
                                        <p:cTn id="84" dur="500"/>
                                        <p:tgtEl>
                                          <p:spTgt spid="83"/>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84"/>
                                        </p:tgtEl>
                                        <p:attrNameLst>
                                          <p:attrName>style.visibility</p:attrName>
                                        </p:attrNameLst>
                                      </p:cBhvr>
                                      <p:to>
                                        <p:strVal val="visible"/>
                                      </p:to>
                                    </p:set>
                                    <p:animEffect transition="in" filter="blinds(horizontal)">
                                      <p:cBhvr>
                                        <p:cTn id="87" dur="500"/>
                                        <p:tgtEl>
                                          <p:spTgt spid="84"/>
                                        </p:tgtEl>
                                      </p:cBhvr>
                                    </p:animEffect>
                                  </p:childTnLst>
                                </p:cTn>
                              </p:par>
                              <p:par>
                                <p:cTn id="88" presetID="3" presetClass="entr" presetSubtype="10" fill="hold" nodeType="with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blinds(horizontal)">
                                      <p:cBhvr>
                                        <p:cTn id="90" dur="500"/>
                                        <p:tgtEl>
                                          <p:spTgt spid="85"/>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blinds(horizontal)">
                                      <p:cBhvr>
                                        <p:cTn id="95" dur="500"/>
                                        <p:tgtEl>
                                          <p:spTgt spid="54"/>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blinds(horizontal)">
                                      <p:cBhvr>
                                        <p:cTn id="100" dur="500"/>
                                        <p:tgtEl>
                                          <p:spTgt spid="24"/>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blinds(horizontal)">
                                      <p:cBhvr>
                                        <p:cTn id="103" dur="500"/>
                                        <p:tgtEl>
                                          <p:spTgt spid="25"/>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blinds(horizontal)">
                                      <p:cBhvr>
                                        <p:cTn id="106" dur="500"/>
                                        <p:tgtEl>
                                          <p:spTgt spid="2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blinds(horizontal)">
                                      <p:cBhvr>
                                        <p:cTn id="109" dur="500"/>
                                        <p:tgtEl>
                                          <p:spTgt spid="27"/>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blinds(horizontal)">
                                      <p:cBhvr>
                                        <p:cTn id="112" dur="500"/>
                                        <p:tgtEl>
                                          <p:spTgt spid="28"/>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blinds(horizontal)">
                                      <p:cBhvr>
                                        <p:cTn id="1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6" grpId="0" build="p"/>
      <p:bldP spid="24" grpId="0"/>
      <p:bldP spid="25" grpId="0"/>
      <p:bldP spid="26" grpId="0"/>
      <p:bldP spid="27" grpId="0"/>
      <p:bldP spid="28" grpId="0"/>
      <p:bldP spid="38" grpId="0"/>
      <p:bldP spid="47" grpId="0"/>
      <p:bldP spid="51" grpId="0"/>
      <p:bldP spid="52" grpId="0"/>
      <p:bldP spid="53" grpId="0"/>
      <p:bldP spid="57" grpId="0"/>
      <p:bldP spid="60" grpId="0"/>
      <p:bldP spid="61" grpId="0"/>
      <p:bldP spid="73" grpId="0"/>
      <p:bldP spid="80" grpId="0"/>
      <p:bldP spid="8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6" name="Rectangle 3"/>
          <p:cNvSpPr>
            <a:spLocks noGrp="1" noChangeArrowheads="1"/>
          </p:cNvSpPr>
          <p:nvPr>
            <p:ph type="body" idx="1"/>
          </p:nvPr>
        </p:nvSpPr>
        <p:spPr>
          <a:xfrm>
            <a:off x="1182688" y="1582062"/>
            <a:ext cx="5599112" cy="573088"/>
          </a:xfrm>
          <a:noFill/>
          <a:ln/>
        </p:spPr>
        <p:txBody>
          <a:bodyPr lIns="182562" tIns="46038" rIns="182562" bIns="46038"/>
          <a:lstStyle/>
          <a:p>
            <a:r>
              <a:rPr lang="en-US" sz="2400" dirty="0" smtClean="0"/>
              <a:t>E.g. A child can kick a football.</a:t>
            </a:r>
            <a:endParaRPr lang="en-US" sz="2400" dirty="0"/>
          </a:p>
        </p:txBody>
      </p:sp>
      <p:sp>
        <p:nvSpPr>
          <p:cNvPr id="35" name="TextBox 34"/>
          <p:cNvSpPr txBox="1"/>
          <p:nvPr/>
        </p:nvSpPr>
        <p:spPr>
          <a:xfrm>
            <a:off x="3856381" y="2507976"/>
            <a:ext cx="758686" cy="461665"/>
          </a:xfrm>
          <a:prstGeom prst="rect">
            <a:avLst/>
          </a:prstGeom>
          <a:noFill/>
        </p:spPr>
        <p:txBody>
          <a:bodyPr wrap="square" rtlCol="0">
            <a:spAutoFit/>
          </a:bodyPr>
          <a:lstStyle/>
          <a:p>
            <a:r>
              <a:rPr lang="en-US" dirty="0" smtClean="0"/>
              <a:t>TP</a:t>
            </a:r>
            <a:endParaRPr lang="en-US" dirty="0"/>
          </a:p>
        </p:txBody>
      </p:sp>
      <p:sp>
        <p:nvSpPr>
          <p:cNvPr id="36" name="TextBox 35"/>
          <p:cNvSpPr txBox="1"/>
          <p:nvPr/>
        </p:nvSpPr>
        <p:spPr>
          <a:xfrm>
            <a:off x="2660373" y="3220280"/>
            <a:ext cx="745436" cy="461665"/>
          </a:xfrm>
          <a:prstGeom prst="rect">
            <a:avLst/>
          </a:prstGeom>
          <a:noFill/>
        </p:spPr>
        <p:txBody>
          <a:bodyPr wrap="square" rtlCol="0">
            <a:spAutoFit/>
          </a:bodyPr>
          <a:lstStyle/>
          <a:p>
            <a:r>
              <a:rPr lang="en-US" dirty="0"/>
              <a:t>D</a:t>
            </a:r>
            <a:r>
              <a:rPr lang="en-US" dirty="0" smtClean="0"/>
              <a:t>P</a:t>
            </a:r>
            <a:endParaRPr lang="en-US" dirty="0"/>
          </a:p>
        </p:txBody>
      </p:sp>
      <p:sp>
        <p:nvSpPr>
          <p:cNvPr id="37" name="TextBox 36"/>
          <p:cNvSpPr txBox="1"/>
          <p:nvPr/>
        </p:nvSpPr>
        <p:spPr>
          <a:xfrm>
            <a:off x="4890052" y="3299792"/>
            <a:ext cx="748747" cy="461665"/>
          </a:xfrm>
          <a:prstGeom prst="rect">
            <a:avLst/>
          </a:prstGeom>
          <a:noFill/>
        </p:spPr>
        <p:txBody>
          <a:bodyPr wrap="square" rtlCol="0">
            <a:spAutoFit/>
          </a:bodyPr>
          <a:lstStyle/>
          <a:p>
            <a:r>
              <a:rPr lang="en-US" dirty="0" smtClean="0"/>
              <a:t>  T</a:t>
            </a:r>
            <a:r>
              <a:rPr lang="en-US" dirty="0" smtClean="0">
                <a:latin typeface="Vijaya"/>
                <a:cs typeface="Vijaya"/>
              </a:rPr>
              <a:t>'</a:t>
            </a:r>
            <a:endParaRPr lang="en-US" dirty="0"/>
          </a:p>
        </p:txBody>
      </p:sp>
      <p:cxnSp>
        <p:nvCxnSpPr>
          <p:cNvPr id="39" name="Straight Connector 38"/>
          <p:cNvCxnSpPr/>
          <p:nvPr/>
        </p:nvCxnSpPr>
        <p:spPr bwMode="auto">
          <a:xfrm rot="10800000" flipV="1">
            <a:off x="3200401" y="2905540"/>
            <a:ext cx="990599"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a:off x="4190999" y="2905540"/>
            <a:ext cx="10668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10800000" flipV="1">
            <a:off x="2438400" y="3591339"/>
            <a:ext cx="5334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16200000" flipH="1">
            <a:off x="2933700" y="36294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rot="10800000" flipV="1">
            <a:off x="4648201" y="3591338"/>
            <a:ext cx="685803" cy="457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rot="16200000" flipH="1">
            <a:off x="5295899" y="36294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5" name="TextBox 44"/>
          <p:cNvSpPr txBox="1"/>
          <p:nvPr/>
        </p:nvSpPr>
        <p:spPr>
          <a:xfrm>
            <a:off x="2209799" y="3984008"/>
            <a:ext cx="381000" cy="369332"/>
          </a:xfrm>
          <a:prstGeom prst="rect">
            <a:avLst/>
          </a:prstGeom>
          <a:noFill/>
        </p:spPr>
        <p:txBody>
          <a:bodyPr wrap="square" rtlCol="0">
            <a:spAutoFit/>
          </a:bodyPr>
          <a:lstStyle/>
          <a:p>
            <a:r>
              <a:rPr lang="en-US" dirty="0" smtClean="0"/>
              <a:t>D</a:t>
            </a:r>
            <a:endParaRPr lang="en-US" dirty="0"/>
          </a:p>
        </p:txBody>
      </p:sp>
      <p:sp>
        <p:nvSpPr>
          <p:cNvPr id="46" name="TextBox 45"/>
          <p:cNvSpPr txBox="1"/>
          <p:nvPr/>
        </p:nvSpPr>
        <p:spPr>
          <a:xfrm>
            <a:off x="3200399" y="3972340"/>
            <a:ext cx="533400" cy="369332"/>
          </a:xfrm>
          <a:prstGeom prst="rect">
            <a:avLst/>
          </a:prstGeom>
          <a:noFill/>
        </p:spPr>
        <p:txBody>
          <a:bodyPr wrap="square" rtlCol="0">
            <a:spAutoFit/>
          </a:bodyPr>
          <a:lstStyle/>
          <a:p>
            <a:r>
              <a:rPr lang="en-US" dirty="0" smtClean="0"/>
              <a:t>N</a:t>
            </a:r>
            <a:endParaRPr lang="en-US" dirty="0"/>
          </a:p>
        </p:txBody>
      </p:sp>
      <p:sp>
        <p:nvSpPr>
          <p:cNvPr id="63" name="TextBox 62"/>
          <p:cNvSpPr txBox="1"/>
          <p:nvPr/>
        </p:nvSpPr>
        <p:spPr>
          <a:xfrm>
            <a:off x="4343400" y="3972340"/>
            <a:ext cx="533400" cy="369332"/>
          </a:xfrm>
          <a:prstGeom prst="rect">
            <a:avLst/>
          </a:prstGeom>
          <a:noFill/>
        </p:spPr>
        <p:txBody>
          <a:bodyPr wrap="square" rtlCol="0">
            <a:spAutoFit/>
          </a:bodyPr>
          <a:lstStyle/>
          <a:p>
            <a:r>
              <a:rPr lang="en-US" dirty="0" smtClean="0"/>
              <a:t>T</a:t>
            </a:r>
            <a:endParaRPr lang="en-US" dirty="0"/>
          </a:p>
        </p:txBody>
      </p:sp>
      <p:sp>
        <p:nvSpPr>
          <p:cNvPr id="64" name="TextBox 63"/>
          <p:cNvSpPr txBox="1"/>
          <p:nvPr/>
        </p:nvSpPr>
        <p:spPr>
          <a:xfrm>
            <a:off x="5469834" y="3972340"/>
            <a:ext cx="679175" cy="461665"/>
          </a:xfrm>
          <a:prstGeom prst="rect">
            <a:avLst/>
          </a:prstGeom>
          <a:noFill/>
        </p:spPr>
        <p:txBody>
          <a:bodyPr wrap="square" rtlCol="0">
            <a:spAutoFit/>
          </a:bodyPr>
          <a:lstStyle/>
          <a:p>
            <a:r>
              <a:rPr lang="en-US" dirty="0" smtClean="0"/>
              <a:t>VP</a:t>
            </a:r>
            <a:endParaRPr lang="en-US" dirty="0"/>
          </a:p>
        </p:txBody>
      </p:sp>
      <p:cxnSp>
        <p:nvCxnSpPr>
          <p:cNvPr id="65" name="Straight Connector 64"/>
          <p:cNvCxnSpPr/>
          <p:nvPr/>
        </p:nvCxnSpPr>
        <p:spPr bwMode="auto">
          <a:xfrm rot="10800000" flipV="1">
            <a:off x="5257800" y="4277139"/>
            <a:ext cx="5334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Straight Connector 65"/>
          <p:cNvCxnSpPr/>
          <p:nvPr/>
        </p:nvCxnSpPr>
        <p:spPr bwMode="auto">
          <a:xfrm rot="16200000" flipH="1">
            <a:off x="5753100" y="43152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7" name="TextBox 66"/>
          <p:cNvSpPr txBox="1"/>
          <p:nvPr/>
        </p:nvSpPr>
        <p:spPr>
          <a:xfrm>
            <a:off x="5029200" y="4658140"/>
            <a:ext cx="533400" cy="369332"/>
          </a:xfrm>
          <a:prstGeom prst="rect">
            <a:avLst/>
          </a:prstGeom>
          <a:noFill/>
        </p:spPr>
        <p:txBody>
          <a:bodyPr wrap="square" rtlCol="0">
            <a:spAutoFit/>
          </a:bodyPr>
          <a:lstStyle/>
          <a:p>
            <a:r>
              <a:rPr lang="en-US" dirty="0" smtClean="0"/>
              <a:t>V</a:t>
            </a:r>
            <a:endParaRPr lang="en-US" dirty="0"/>
          </a:p>
        </p:txBody>
      </p:sp>
      <p:sp>
        <p:nvSpPr>
          <p:cNvPr id="68" name="TextBox 67"/>
          <p:cNvSpPr txBox="1"/>
          <p:nvPr/>
        </p:nvSpPr>
        <p:spPr>
          <a:xfrm>
            <a:off x="5887279" y="4631636"/>
            <a:ext cx="725557" cy="461665"/>
          </a:xfrm>
          <a:prstGeom prst="rect">
            <a:avLst/>
          </a:prstGeom>
          <a:noFill/>
        </p:spPr>
        <p:txBody>
          <a:bodyPr wrap="square" rtlCol="0">
            <a:spAutoFit/>
          </a:bodyPr>
          <a:lstStyle/>
          <a:p>
            <a:r>
              <a:rPr lang="en-US" dirty="0" smtClean="0"/>
              <a:t>NP</a:t>
            </a:r>
            <a:endParaRPr lang="en-US" dirty="0"/>
          </a:p>
        </p:txBody>
      </p:sp>
      <p:sp>
        <p:nvSpPr>
          <p:cNvPr id="69" name="TextBox 68"/>
          <p:cNvSpPr txBox="1"/>
          <p:nvPr/>
        </p:nvSpPr>
        <p:spPr>
          <a:xfrm>
            <a:off x="1881809" y="5965208"/>
            <a:ext cx="785191" cy="461665"/>
          </a:xfrm>
          <a:prstGeom prst="rect">
            <a:avLst/>
          </a:prstGeom>
          <a:noFill/>
        </p:spPr>
        <p:txBody>
          <a:bodyPr wrap="square" rtlCol="0">
            <a:spAutoFit/>
          </a:bodyPr>
          <a:lstStyle/>
          <a:p>
            <a:r>
              <a:rPr lang="en-US" dirty="0" smtClean="0"/>
              <a:t>The</a:t>
            </a:r>
            <a:endParaRPr lang="en-US" dirty="0"/>
          </a:p>
        </p:txBody>
      </p:sp>
      <p:sp>
        <p:nvSpPr>
          <p:cNvPr id="71" name="TextBox 70"/>
          <p:cNvSpPr txBox="1"/>
          <p:nvPr/>
        </p:nvSpPr>
        <p:spPr>
          <a:xfrm>
            <a:off x="2888974" y="5965208"/>
            <a:ext cx="844826" cy="461665"/>
          </a:xfrm>
          <a:prstGeom prst="rect">
            <a:avLst/>
          </a:prstGeom>
          <a:noFill/>
        </p:spPr>
        <p:txBody>
          <a:bodyPr wrap="square" rtlCol="0">
            <a:spAutoFit/>
          </a:bodyPr>
          <a:lstStyle/>
          <a:p>
            <a:r>
              <a:rPr lang="en-US" dirty="0" smtClean="0"/>
              <a:t>child</a:t>
            </a:r>
            <a:endParaRPr lang="en-US" dirty="0"/>
          </a:p>
        </p:txBody>
      </p:sp>
      <p:sp>
        <p:nvSpPr>
          <p:cNvPr id="72" name="TextBox 71"/>
          <p:cNvSpPr txBox="1"/>
          <p:nvPr/>
        </p:nvSpPr>
        <p:spPr>
          <a:xfrm>
            <a:off x="4114800" y="5965208"/>
            <a:ext cx="685800" cy="369332"/>
          </a:xfrm>
          <a:prstGeom prst="rect">
            <a:avLst/>
          </a:prstGeom>
          <a:noFill/>
        </p:spPr>
        <p:txBody>
          <a:bodyPr wrap="square" rtlCol="0">
            <a:spAutoFit/>
          </a:bodyPr>
          <a:lstStyle/>
          <a:p>
            <a:r>
              <a:rPr lang="en-US" dirty="0" smtClean="0"/>
              <a:t>can</a:t>
            </a:r>
            <a:endParaRPr lang="en-US" dirty="0"/>
          </a:p>
        </p:txBody>
      </p:sp>
      <p:sp>
        <p:nvSpPr>
          <p:cNvPr id="74" name="TextBox 73"/>
          <p:cNvSpPr txBox="1"/>
          <p:nvPr/>
        </p:nvSpPr>
        <p:spPr>
          <a:xfrm>
            <a:off x="4800600" y="5965208"/>
            <a:ext cx="858078" cy="461665"/>
          </a:xfrm>
          <a:prstGeom prst="rect">
            <a:avLst/>
          </a:prstGeom>
          <a:noFill/>
        </p:spPr>
        <p:txBody>
          <a:bodyPr wrap="square" rtlCol="0">
            <a:spAutoFit/>
          </a:bodyPr>
          <a:lstStyle/>
          <a:p>
            <a:r>
              <a:rPr lang="en-US" dirty="0" smtClean="0"/>
              <a:t>kick</a:t>
            </a:r>
            <a:endParaRPr lang="en-US" dirty="0"/>
          </a:p>
        </p:txBody>
      </p:sp>
      <p:sp>
        <p:nvSpPr>
          <p:cNvPr id="76" name="TextBox 75"/>
          <p:cNvSpPr txBox="1"/>
          <p:nvPr/>
        </p:nvSpPr>
        <p:spPr>
          <a:xfrm>
            <a:off x="6553200" y="5965208"/>
            <a:ext cx="1239078" cy="461665"/>
          </a:xfrm>
          <a:prstGeom prst="rect">
            <a:avLst/>
          </a:prstGeom>
          <a:noFill/>
        </p:spPr>
        <p:txBody>
          <a:bodyPr wrap="square" rtlCol="0">
            <a:spAutoFit/>
          </a:bodyPr>
          <a:lstStyle/>
          <a:p>
            <a:r>
              <a:rPr lang="en-US" dirty="0" smtClean="0"/>
              <a:t>football</a:t>
            </a:r>
            <a:endParaRPr lang="en-US" dirty="0"/>
          </a:p>
        </p:txBody>
      </p:sp>
      <p:cxnSp>
        <p:nvCxnSpPr>
          <p:cNvPr id="77" name="Straight Connector 76"/>
          <p:cNvCxnSpPr/>
          <p:nvPr/>
        </p:nvCxnSpPr>
        <p:spPr bwMode="auto">
          <a:xfrm rot="5400000">
            <a:off x="1466853" y="5096288"/>
            <a:ext cx="1676400" cy="3810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8" name="Straight Connector 77"/>
          <p:cNvCxnSpPr/>
          <p:nvPr/>
        </p:nvCxnSpPr>
        <p:spPr bwMode="auto">
          <a:xfrm rot="5400000">
            <a:off x="2552701" y="5077240"/>
            <a:ext cx="1600201"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9" name="Straight Connector 78"/>
          <p:cNvCxnSpPr>
            <a:endCxn id="72" idx="0"/>
          </p:cNvCxnSpPr>
          <p:nvPr/>
        </p:nvCxnSpPr>
        <p:spPr bwMode="auto">
          <a:xfrm rot="5400000">
            <a:off x="3670816" y="5140224"/>
            <a:ext cx="1611868" cy="381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6" name="Straight Connector 85"/>
          <p:cNvCxnSpPr/>
          <p:nvPr/>
        </p:nvCxnSpPr>
        <p:spPr bwMode="auto">
          <a:xfrm rot="5400000">
            <a:off x="4724400" y="5496340"/>
            <a:ext cx="9144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7" name="Straight Connector 86"/>
          <p:cNvCxnSpPr/>
          <p:nvPr/>
        </p:nvCxnSpPr>
        <p:spPr bwMode="auto">
          <a:xfrm rot="5400000">
            <a:off x="5905500" y="5077241"/>
            <a:ext cx="380999" cy="15239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8" name="Straight Connector 87"/>
          <p:cNvCxnSpPr/>
          <p:nvPr/>
        </p:nvCxnSpPr>
        <p:spPr bwMode="auto">
          <a:xfrm>
            <a:off x="6172201" y="4962941"/>
            <a:ext cx="761999" cy="45719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9" name="TextBox 88"/>
          <p:cNvSpPr txBox="1"/>
          <p:nvPr/>
        </p:nvSpPr>
        <p:spPr>
          <a:xfrm>
            <a:off x="6781800" y="5355608"/>
            <a:ext cx="381000" cy="369332"/>
          </a:xfrm>
          <a:prstGeom prst="rect">
            <a:avLst/>
          </a:prstGeom>
          <a:noFill/>
        </p:spPr>
        <p:txBody>
          <a:bodyPr wrap="square" rtlCol="0">
            <a:spAutoFit/>
          </a:bodyPr>
          <a:lstStyle/>
          <a:p>
            <a:r>
              <a:rPr lang="en-US" dirty="0" smtClean="0"/>
              <a:t>N</a:t>
            </a:r>
            <a:endParaRPr lang="en-US" dirty="0"/>
          </a:p>
        </p:txBody>
      </p:sp>
      <p:sp>
        <p:nvSpPr>
          <p:cNvPr id="90" name="TextBox 89"/>
          <p:cNvSpPr txBox="1"/>
          <p:nvPr/>
        </p:nvSpPr>
        <p:spPr>
          <a:xfrm>
            <a:off x="5867400" y="5267740"/>
            <a:ext cx="381000" cy="369332"/>
          </a:xfrm>
          <a:prstGeom prst="rect">
            <a:avLst/>
          </a:prstGeom>
          <a:noFill/>
        </p:spPr>
        <p:txBody>
          <a:bodyPr wrap="square" rtlCol="0">
            <a:spAutoFit/>
          </a:bodyPr>
          <a:lstStyle/>
          <a:p>
            <a:r>
              <a:rPr lang="en-US" dirty="0" smtClean="0"/>
              <a:t>V</a:t>
            </a:r>
            <a:endParaRPr lang="en-US" dirty="0"/>
          </a:p>
        </p:txBody>
      </p:sp>
      <p:cxnSp>
        <p:nvCxnSpPr>
          <p:cNvPr id="91" name="Straight Connector 90"/>
          <p:cNvCxnSpPr/>
          <p:nvPr/>
        </p:nvCxnSpPr>
        <p:spPr bwMode="auto">
          <a:xfrm rot="5400000">
            <a:off x="5830094" y="5838446"/>
            <a:ext cx="3810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2" name="TextBox 91"/>
          <p:cNvSpPr txBox="1"/>
          <p:nvPr/>
        </p:nvSpPr>
        <p:spPr>
          <a:xfrm>
            <a:off x="5867400" y="5953540"/>
            <a:ext cx="381000" cy="369332"/>
          </a:xfrm>
          <a:prstGeom prst="rect">
            <a:avLst/>
          </a:prstGeom>
          <a:noFill/>
        </p:spPr>
        <p:txBody>
          <a:bodyPr wrap="square" rtlCol="0">
            <a:spAutoFit/>
          </a:bodyPr>
          <a:lstStyle/>
          <a:p>
            <a:r>
              <a:rPr lang="en-US" dirty="0" smtClean="0"/>
              <a:t>a</a:t>
            </a:r>
            <a:endParaRPr lang="en-US" dirty="0"/>
          </a:p>
        </p:txBody>
      </p:sp>
      <p:cxnSp>
        <p:nvCxnSpPr>
          <p:cNvPr id="93" name="Straight Connector 92"/>
          <p:cNvCxnSpPr/>
          <p:nvPr/>
        </p:nvCxnSpPr>
        <p:spPr bwMode="auto">
          <a:xfrm rot="5400000">
            <a:off x="6744494" y="5838446"/>
            <a:ext cx="3810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0-#ppt_w/2"/>
                                          </p:val>
                                        </p:tav>
                                        <p:tav tm="100000">
                                          <p:val>
                                            <p:strVal val="#ppt_x"/>
                                          </p:val>
                                        </p:tav>
                                      </p:tavLst>
                                    </p:anim>
                                    <p:anim calcmode="lin" valueType="num">
                                      <p:cBhvr additive="base">
                                        <p:cTn id="1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linds(horizontal)">
                                      <p:cBhvr>
                                        <p:cTn id="28" dur="500"/>
                                        <p:tgtEl>
                                          <p:spTgt spid="4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blinds(horizontal)">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linds(horizontal)">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blinds(horizontal)">
                                      <p:cBhvr>
                                        <p:cTn id="43" dur="500"/>
                                        <p:tgtEl>
                                          <p:spTgt spid="41"/>
                                        </p:tgtEl>
                                      </p:cBhvr>
                                    </p:animEffect>
                                  </p:childTnLst>
                                </p:cTn>
                              </p:par>
                              <p:par>
                                <p:cTn id="44" presetID="3" presetClass="entr" presetSubtype="1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blinds(horizontal)">
                                      <p:cBhvr>
                                        <p:cTn id="46" dur="500"/>
                                        <p:tgtEl>
                                          <p:spTgt spid="42"/>
                                        </p:tgtEl>
                                      </p:cBhvr>
                                    </p:animEffect>
                                  </p:childTnLst>
                                </p:cTn>
                              </p:par>
                              <p:par>
                                <p:cTn id="47" presetID="3" presetClass="entr" presetSubtype="1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blinds(horizontal)">
                                      <p:cBhvr>
                                        <p:cTn id="49" dur="500"/>
                                        <p:tgtEl>
                                          <p:spTgt spid="43"/>
                                        </p:tgtEl>
                                      </p:cBhvr>
                                    </p:animEffect>
                                  </p:childTnLst>
                                </p:cTn>
                              </p:par>
                              <p:par>
                                <p:cTn id="50" presetID="3" presetClass="entr" presetSubtype="10" fill="hold"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blinds(horizontal)">
                                      <p:cBhvr>
                                        <p:cTn id="52" dur="50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2000"/>
                                        <p:tgtEl>
                                          <p:spTgt spid="4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2000"/>
                                        <p:tgtEl>
                                          <p:spTgt spid="4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20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fade">
                                      <p:cBhvr>
                                        <p:cTn id="66" dur="2000"/>
                                        <p:tgtEl>
                                          <p:spTgt spid="64"/>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blinds(horizontal)">
                                      <p:cBhvr>
                                        <p:cTn id="71" dur="500"/>
                                        <p:tgtEl>
                                          <p:spTgt spid="65"/>
                                        </p:tgtEl>
                                      </p:cBhvr>
                                    </p:animEffect>
                                  </p:childTnLst>
                                </p:cTn>
                              </p:par>
                              <p:par>
                                <p:cTn id="72" presetID="3" presetClass="entr" presetSubtype="10" fill="hold"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blinds(horizontal)">
                                      <p:cBhvr>
                                        <p:cTn id="74" dur="500"/>
                                        <p:tgtEl>
                                          <p:spTgt spid="6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2000"/>
                                        <p:tgtEl>
                                          <p:spTgt spid="6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2000"/>
                                        <p:tgtEl>
                                          <p:spTgt spid="68"/>
                                        </p:tgtEl>
                                      </p:cBhvr>
                                    </p:animEffect>
                                  </p:childTnLst>
                                </p:cTn>
                              </p:par>
                              <p:par>
                                <p:cTn id="83" presetID="3" presetClass="entr" presetSubtype="10"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blinds(horizontal)">
                                      <p:cBhvr>
                                        <p:cTn id="85" dur="500"/>
                                        <p:tgtEl>
                                          <p:spTgt spid="87"/>
                                        </p:tgtEl>
                                      </p:cBhvr>
                                    </p:animEffect>
                                  </p:childTnLst>
                                </p:cTn>
                              </p:par>
                              <p:par>
                                <p:cTn id="86" presetID="3" presetClass="entr" presetSubtype="10" fill="hold" nodeType="with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blinds(horizontal)">
                                      <p:cBhvr>
                                        <p:cTn id="88" dur="500"/>
                                        <p:tgtEl>
                                          <p:spTgt spid="88"/>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fade">
                                      <p:cBhvr>
                                        <p:cTn id="93" dur="2000"/>
                                        <p:tgtEl>
                                          <p:spTgt spid="9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89"/>
                                        </p:tgtEl>
                                        <p:attrNameLst>
                                          <p:attrName>style.visibility</p:attrName>
                                        </p:attrNameLst>
                                      </p:cBhvr>
                                      <p:to>
                                        <p:strVal val="visible"/>
                                      </p:to>
                                    </p:set>
                                    <p:animEffect transition="in" filter="fade">
                                      <p:cBhvr>
                                        <p:cTn id="96" dur="2000"/>
                                        <p:tgtEl>
                                          <p:spTgt spid="89"/>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93"/>
                                        </p:tgtEl>
                                        <p:attrNameLst>
                                          <p:attrName>style.visibility</p:attrName>
                                        </p:attrNameLst>
                                      </p:cBhvr>
                                      <p:to>
                                        <p:strVal val="visible"/>
                                      </p:to>
                                    </p:set>
                                    <p:animEffect transition="in" filter="blinds(horizontal)">
                                      <p:cBhvr>
                                        <p:cTn id="101" dur="500"/>
                                        <p:tgtEl>
                                          <p:spTgt spid="93"/>
                                        </p:tgtEl>
                                      </p:cBhvr>
                                    </p:animEffect>
                                  </p:childTnLst>
                                </p:cTn>
                              </p:par>
                              <p:par>
                                <p:cTn id="102" presetID="3" presetClass="entr" presetSubtype="10" fill="hold" nodeType="withEffect">
                                  <p:stCondLst>
                                    <p:cond delay="0"/>
                                  </p:stCondLst>
                                  <p:childTnLst>
                                    <p:set>
                                      <p:cBhvr>
                                        <p:cTn id="103" dur="1" fill="hold">
                                          <p:stCondLst>
                                            <p:cond delay="0"/>
                                          </p:stCondLst>
                                        </p:cTn>
                                        <p:tgtEl>
                                          <p:spTgt spid="91"/>
                                        </p:tgtEl>
                                        <p:attrNameLst>
                                          <p:attrName>style.visibility</p:attrName>
                                        </p:attrNameLst>
                                      </p:cBhvr>
                                      <p:to>
                                        <p:strVal val="visible"/>
                                      </p:to>
                                    </p:set>
                                    <p:animEffect transition="in" filter="blinds(horizontal)">
                                      <p:cBhvr>
                                        <p:cTn id="104" dur="500"/>
                                        <p:tgtEl>
                                          <p:spTgt spid="91"/>
                                        </p:tgtEl>
                                      </p:cBhvr>
                                    </p:animEffect>
                                  </p:childTnLst>
                                </p:cTn>
                              </p:par>
                              <p:par>
                                <p:cTn id="105" presetID="3" presetClass="entr" presetSubtype="10" fill="hold"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blinds(horizontal)">
                                      <p:cBhvr>
                                        <p:cTn id="107" dur="500"/>
                                        <p:tgtEl>
                                          <p:spTgt spid="86"/>
                                        </p:tgtEl>
                                      </p:cBhvr>
                                    </p:animEffect>
                                  </p:childTnLst>
                                </p:cTn>
                              </p:par>
                              <p:par>
                                <p:cTn id="108" presetID="3" presetClass="entr" presetSubtype="10" fill="hold" nodeType="with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blinds(horizontal)">
                                      <p:cBhvr>
                                        <p:cTn id="110" dur="500"/>
                                        <p:tgtEl>
                                          <p:spTgt spid="79"/>
                                        </p:tgtEl>
                                      </p:cBhvr>
                                    </p:animEffect>
                                  </p:childTnLst>
                                </p:cTn>
                              </p:par>
                              <p:par>
                                <p:cTn id="111" presetID="3" presetClass="entr" presetSubtype="10" fill="hold" nodeType="withEffect">
                                  <p:stCondLst>
                                    <p:cond delay="0"/>
                                  </p:stCondLst>
                                  <p:childTnLst>
                                    <p:set>
                                      <p:cBhvr>
                                        <p:cTn id="112" dur="1" fill="hold">
                                          <p:stCondLst>
                                            <p:cond delay="0"/>
                                          </p:stCondLst>
                                        </p:cTn>
                                        <p:tgtEl>
                                          <p:spTgt spid="78"/>
                                        </p:tgtEl>
                                        <p:attrNameLst>
                                          <p:attrName>style.visibility</p:attrName>
                                        </p:attrNameLst>
                                      </p:cBhvr>
                                      <p:to>
                                        <p:strVal val="visible"/>
                                      </p:to>
                                    </p:set>
                                    <p:animEffect transition="in" filter="blinds(horizontal)">
                                      <p:cBhvr>
                                        <p:cTn id="113" dur="500"/>
                                        <p:tgtEl>
                                          <p:spTgt spid="78"/>
                                        </p:tgtEl>
                                      </p:cBhvr>
                                    </p:animEffect>
                                  </p:childTnLst>
                                </p:cTn>
                              </p:par>
                              <p:par>
                                <p:cTn id="114" presetID="3" presetClass="entr" presetSubtype="10" fill="hold" nodeType="with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blinds(horizontal)">
                                      <p:cBhvr>
                                        <p:cTn id="116" dur="500"/>
                                        <p:tgtEl>
                                          <p:spTgt spid="77"/>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69"/>
                                        </p:tgtEl>
                                        <p:attrNameLst>
                                          <p:attrName>style.visibility</p:attrName>
                                        </p:attrNameLst>
                                      </p:cBhvr>
                                      <p:to>
                                        <p:strVal val="visible"/>
                                      </p:to>
                                    </p:set>
                                    <p:animEffect transition="in" filter="blinds(horizontal)">
                                      <p:cBhvr>
                                        <p:cTn id="121" dur="500"/>
                                        <p:tgtEl>
                                          <p:spTgt spid="69"/>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blinds(horizontal)">
                                      <p:cBhvr>
                                        <p:cTn id="124" dur="500"/>
                                        <p:tgtEl>
                                          <p:spTgt spid="71"/>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72"/>
                                        </p:tgtEl>
                                        <p:attrNameLst>
                                          <p:attrName>style.visibility</p:attrName>
                                        </p:attrNameLst>
                                      </p:cBhvr>
                                      <p:to>
                                        <p:strVal val="visible"/>
                                      </p:to>
                                    </p:set>
                                    <p:animEffect transition="in" filter="blinds(horizontal)">
                                      <p:cBhvr>
                                        <p:cTn id="127" dur="500"/>
                                        <p:tgtEl>
                                          <p:spTgt spid="72"/>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74"/>
                                        </p:tgtEl>
                                        <p:attrNameLst>
                                          <p:attrName>style.visibility</p:attrName>
                                        </p:attrNameLst>
                                      </p:cBhvr>
                                      <p:to>
                                        <p:strVal val="visible"/>
                                      </p:to>
                                    </p:set>
                                    <p:animEffect transition="in" filter="blinds(horizontal)">
                                      <p:cBhvr>
                                        <p:cTn id="130" dur="500"/>
                                        <p:tgtEl>
                                          <p:spTgt spid="74"/>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92"/>
                                        </p:tgtEl>
                                        <p:attrNameLst>
                                          <p:attrName>style.visibility</p:attrName>
                                        </p:attrNameLst>
                                      </p:cBhvr>
                                      <p:to>
                                        <p:strVal val="visible"/>
                                      </p:to>
                                    </p:set>
                                    <p:animEffect transition="in" filter="blinds(horizontal)">
                                      <p:cBhvr>
                                        <p:cTn id="133" dur="500"/>
                                        <p:tgtEl>
                                          <p:spTgt spid="92"/>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76"/>
                                        </p:tgtEl>
                                        <p:attrNameLst>
                                          <p:attrName>style.visibility</p:attrName>
                                        </p:attrNameLst>
                                      </p:cBhvr>
                                      <p:to>
                                        <p:strVal val="visible"/>
                                      </p:to>
                                    </p:set>
                                    <p:animEffect transition="in" filter="blinds(horizontal)">
                                      <p:cBhvr>
                                        <p:cTn id="136"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6" grpId="0" build="p"/>
      <p:bldP spid="35" grpId="0"/>
      <p:bldP spid="36" grpId="0"/>
      <p:bldP spid="37" grpId="0"/>
      <p:bldP spid="45" grpId="0"/>
      <p:bldP spid="46" grpId="0"/>
      <p:bldP spid="63" grpId="0"/>
      <p:bldP spid="64" grpId="0"/>
      <p:bldP spid="67" grpId="0"/>
      <p:bldP spid="68" grpId="0"/>
      <p:bldP spid="69" grpId="0"/>
      <p:bldP spid="71" grpId="0"/>
      <p:bldP spid="72" grpId="0"/>
      <p:bldP spid="74" grpId="0"/>
      <p:bldP spid="76" grpId="0"/>
      <p:bldP spid="89" grpId="0"/>
      <p:bldP spid="90" grpId="0"/>
      <p:bldP spid="9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Symbols used in Tree Diagram</a:t>
            </a:r>
            <a:endParaRPr lang="en-US" b="1" dirty="0"/>
          </a:p>
        </p:txBody>
      </p:sp>
      <p:sp>
        <p:nvSpPr>
          <p:cNvPr id="73737" name="Rectangle 9"/>
          <p:cNvSpPr>
            <a:spLocks noGrp="1" noChangeArrowheads="1"/>
          </p:cNvSpPr>
          <p:nvPr>
            <p:ph type="body" sz="half" idx="1"/>
          </p:nvPr>
        </p:nvSpPr>
        <p:spPr>
          <a:xfrm>
            <a:off x="869605" y="1449388"/>
            <a:ext cx="3291573" cy="5176699"/>
          </a:xfrm>
        </p:spPr>
        <p:txBody>
          <a:bodyPr/>
          <a:lstStyle/>
          <a:p>
            <a:r>
              <a:rPr lang="en-US" sz="2400" dirty="0" smtClean="0">
                <a:latin typeface="Century Schoolbook" pitchFamily="18" charset="0"/>
              </a:rPr>
              <a:t>S - Sentence</a:t>
            </a:r>
          </a:p>
          <a:p>
            <a:r>
              <a:rPr lang="en-US" sz="2400" dirty="0" smtClean="0">
                <a:latin typeface="Century Schoolbook" pitchFamily="18" charset="0"/>
              </a:rPr>
              <a:t>NP- Noun Phrase</a:t>
            </a:r>
          </a:p>
          <a:p>
            <a:r>
              <a:rPr lang="en-US" sz="2400" dirty="0" smtClean="0">
                <a:latin typeface="Century Schoolbook" pitchFamily="18" charset="0"/>
              </a:rPr>
              <a:t>PN- Proper Noun</a:t>
            </a:r>
          </a:p>
          <a:p>
            <a:r>
              <a:rPr lang="en-US" sz="2400" dirty="0" smtClean="0">
                <a:latin typeface="Century Schoolbook" pitchFamily="18" charset="0"/>
              </a:rPr>
              <a:t>N-Noun</a:t>
            </a:r>
          </a:p>
          <a:p>
            <a:r>
              <a:rPr lang="en-US" sz="2400" dirty="0" smtClean="0">
                <a:latin typeface="Century Schoolbook" pitchFamily="18" charset="0"/>
              </a:rPr>
              <a:t>VP-Verb Phrase</a:t>
            </a:r>
          </a:p>
          <a:p>
            <a:r>
              <a:rPr lang="en-US" sz="2400" dirty="0" smtClean="0">
                <a:latin typeface="Century Schoolbook" pitchFamily="18" charset="0"/>
              </a:rPr>
              <a:t>Adv-Adverb</a:t>
            </a:r>
          </a:p>
          <a:p>
            <a:r>
              <a:rPr lang="en-US" sz="2400" dirty="0" smtClean="0">
                <a:latin typeface="Century Schoolbook" pitchFamily="18" charset="0"/>
              </a:rPr>
              <a:t>V-Verb</a:t>
            </a:r>
          </a:p>
          <a:p>
            <a:r>
              <a:rPr lang="en-US" sz="2400" dirty="0" err="1" smtClean="0">
                <a:latin typeface="Century Schoolbook" pitchFamily="18" charset="0"/>
              </a:rPr>
              <a:t>Adj</a:t>
            </a:r>
            <a:r>
              <a:rPr lang="en-US" sz="2400" dirty="0" smtClean="0">
                <a:latin typeface="Century Schoolbook" pitchFamily="18" charset="0"/>
              </a:rPr>
              <a:t>-Adjective</a:t>
            </a:r>
          </a:p>
          <a:p>
            <a:r>
              <a:rPr lang="en-US" sz="2400" dirty="0" smtClean="0">
                <a:latin typeface="Century Schoolbook" pitchFamily="18" charset="0"/>
              </a:rPr>
              <a:t>Prep-Preposition</a:t>
            </a:r>
          </a:p>
          <a:p>
            <a:r>
              <a:rPr lang="en-US" sz="2400" dirty="0" smtClean="0">
                <a:latin typeface="Century Schoolbook" pitchFamily="18" charset="0"/>
              </a:rPr>
              <a:t>Art-Article</a:t>
            </a:r>
            <a:endParaRPr lang="en-US" sz="2400" dirty="0">
              <a:latin typeface="Century Schoolbook" pitchFamily="18" charset="0"/>
            </a:endParaRPr>
          </a:p>
        </p:txBody>
      </p:sp>
      <p:sp>
        <p:nvSpPr>
          <p:cNvPr id="6" name="Rectangle 9"/>
          <p:cNvSpPr txBox="1">
            <a:spLocks noChangeArrowheads="1"/>
          </p:cNvSpPr>
          <p:nvPr/>
        </p:nvSpPr>
        <p:spPr bwMode="auto">
          <a:xfrm>
            <a:off x="4131192" y="1495142"/>
            <a:ext cx="5012808" cy="47513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Pro-Pronoun</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PP-Prepositional Phrase</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b="1" kern="0" dirty="0" smtClean="0">
                <a:latin typeface="Century Schoolbook" pitchFamily="18" charset="0"/>
                <a:cs typeface="+mn-cs"/>
              </a:rPr>
              <a:t>*</a:t>
            </a:r>
            <a:r>
              <a:rPr lang="en-US" sz="1600" kern="0" dirty="0" smtClean="0">
                <a:latin typeface="Century Schoolbook" pitchFamily="18" charset="0"/>
                <a:cs typeface="+mn-cs"/>
              </a:rPr>
              <a:t> </a:t>
            </a:r>
            <a:r>
              <a:rPr lang="en-US" kern="0" dirty="0" smtClean="0">
                <a:latin typeface="Century Schoolbook" pitchFamily="18" charset="0"/>
                <a:cs typeface="+mn-cs"/>
              </a:rPr>
              <a:t>Ungrammatical Sentence</a:t>
            </a:r>
            <a:endParaRPr lang="en-US" kern="0" dirty="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     Consists of / rewrites as</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sz="2800" b="1" kern="0" dirty="0" smtClean="0">
                <a:latin typeface="Century Schoolbook" pitchFamily="18" charset="0"/>
                <a:cs typeface="+mn-cs"/>
              </a:rPr>
              <a:t>( ) </a:t>
            </a:r>
            <a:r>
              <a:rPr lang="en-US" kern="0" dirty="0" smtClean="0">
                <a:latin typeface="Century Schoolbook" pitchFamily="18" charset="0"/>
                <a:cs typeface="+mn-cs"/>
              </a:rPr>
              <a:t>Optional Constituent</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sz="3200" b="1" kern="0" dirty="0" smtClean="0">
                <a:latin typeface="Century Schoolbook" pitchFamily="18" charset="0"/>
                <a:cs typeface="+mn-cs"/>
              </a:rPr>
              <a:t>{ } </a:t>
            </a:r>
            <a:r>
              <a:rPr lang="en-US" kern="0" dirty="0" smtClean="0">
                <a:latin typeface="Century Schoolbook" pitchFamily="18" charset="0"/>
                <a:cs typeface="+mn-cs"/>
              </a:rPr>
              <a:t>Only one of these constituents must be selected</a:t>
            </a:r>
          </a:p>
        </p:txBody>
      </p:sp>
      <p:cxnSp>
        <p:nvCxnSpPr>
          <p:cNvPr id="8" name="Straight Connector 7"/>
          <p:cNvCxnSpPr/>
          <p:nvPr/>
        </p:nvCxnSpPr>
        <p:spPr bwMode="auto">
          <a:xfrm rot="16200000" flipH="1">
            <a:off x="2106304" y="3963195"/>
            <a:ext cx="3963194" cy="12462"/>
          </a:xfrm>
          <a:prstGeom prst="line">
            <a:avLst/>
          </a:prstGeom>
          <a:solidFill>
            <a:schemeClr val="accent1"/>
          </a:solidFill>
          <a:ln w="76200" cap="flat" cmpd="sng" algn="ctr">
            <a:solidFill>
              <a:schemeClr val="tx1"/>
            </a:solidFill>
            <a:prstDash val="solid"/>
            <a:round/>
            <a:headEnd type="none" w="med" len="med"/>
            <a:tailEnd type="none" w="med" len="med"/>
          </a:ln>
          <a:effectLst/>
        </p:spPr>
      </p:cxnSp>
      <p:cxnSp>
        <p:nvCxnSpPr>
          <p:cNvPr id="10" name="Straight Arrow Connector 9"/>
          <p:cNvCxnSpPr/>
          <p:nvPr/>
        </p:nvCxnSpPr>
        <p:spPr bwMode="auto">
          <a:xfrm>
            <a:off x="4479244" y="3207026"/>
            <a:ext cx="437322"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15" name="Straight Connector 14"/>
          <p:cNvCxnSpPr/>
          <p:nvPr/>
        </p:nvCxnSpPr>
        <p:spPr bwMode="auto">
          <a:xfrm rot="16200000" flipH="1">
            <a:off x="2504662" y="3962402"/>
            <a:ext cx="3140765" cy="13252"/>
          </a:xfrm>
          <a:prstGeom prst="line">
            <a:avLst/>
          </a:prstGeom>
          <a:solidFill>
            <a:schemeClr val="accent1"/>
          </a:solidFill>
          <a:ln w="38100" cap="flat" cmpd="sng" algn="ctr">
            <a:solidFill>
              <a:schemeClr val="accent6">
                <a:lumMod val="75000"/>
              </a:schemeClr>
            </a:solidFill>
            <a:prstDash val="lgDashDot"/>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fade">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fade">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fade">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fade">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3737">
                                            <p:txEl>
                                              <p:pRg st="4" end="4"/>
                                            </p:txEl>
                                          </p:spTgt>
                                        </p:tgtEl>
                                        <p:attrNameLst>
                                          <p:attrName>style.visibility</p:attrName>
                                        </p:attrNameLst>
                                      </p:cBhvr>
                                      <p:to>
                                        <p:strVal val="visible"/>
                                      </p:to>
                                    </p:set>
                                    <p:animEffect transition="in" filter="fade">
                                      <p:cBhvr>
                                        <p:cTn id="32" dur="500"/>
                                        <p:tgtEl>
                                          <p:spTgt spid="737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3737">
                                            <p:txEl>
                                              <p:pRg st="5" end="5"/>
                                            </p:txEl>
                                          </p:spTgt>
                                        </p:tgtEl>
                                        <p:attrNameLst>
                                          <p:attrName>style.visibility</p:attrName>
                                        </p:attrNameLst>
                                      </p:cBhvr>
                                      <p:to>
                                        <p:strVal val="visible"/>
                                      </p:to>
                                    </p:set>
                                    <p:animEffect transition="in" filter="fade">
                                      <p:cBhvr>
                                        <p:cTn id="37" dur="500"/>
                                        <p:tgtEl>
                                          <p:spTgt spid="737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3737">
                                            <p:txEl>
                                              <p:pRg st="6" end="6"/>
                                            </p:txEl>
                                          </p:spTgt>
                                        </p:tgtEl>
                                        <p:attrNameLst>
                                          <p:attrName>style.visibility</p:attrName>
                                        </p:attrNameLst>
                                      </p:cBhvr>
                                      <p:to>
                                        <p:strVal val="visible"/>
                                      </p:to>
                                    </p:set>
                                    <p:animEffect transition="in" filter="fade">
                                      <p:cBhvr>
                                        <p:cTn id="42" dur="500"/>
                                        <p:tgtEl>
                                          <p:spTgt spid="7373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3737">
                                            <p:txEl>
                                              <p:pRg st="7" end="7"/>
                                            </p:txEl>
                                          </p:spTgt>
                                        </p:tgtEl>
                                        <p:attrNameLst>
                                          <p:attrName>style.visibility</p:attrName>
                                        </p:attrNameLst>
                                      </p:cBhvr>
                                      <p:to>
                                        <p:strVal val="visible"/>
                                      </p:to>
                                    </p:set>
                                    <p:animEffect transition="in" filter="fade">
                                      <p:cBhvr>
                                        <p:cTn id="47" dur="500"/>
                                        <p:tgtEl>
                                          <p:spTgt spid="7373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3737">
                                            <p:txEl>
                                              <p:pRg st="8" end="8"/>
                                            </p:txEl>
                                          </p:spTgt>
                                        </p:tgtEl>
                                        <p:attrNameLst>
                                          <p:attrName>style.visibility</p:attrName>
                                        </p:attrNameLst>
                                      </p:cBhvr>
                                      <p:to>
                                        <p:strVal val="visible"/>
                                      </p:to>
                                    </p:set>
                                    <p:animEffect transition="in" filter="fade">
                                      <p:cBhvr>
                                        <p:cTn id="52" dur="500"/>
                                        <p:tgtEl>
                                          <p:spTgt spid="7373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3737">
                                            <p:txEl>
                                              <p:pRg st="9" end="9"/>
                                            </p:txEl>
                                          </p:spTgt>
                                        </p:tgtEl>
                                        <p:attrNameLst>
                                          <p:attrName>style.visibility</p:attrName>
                                        </p:attrNameLst>
                                      </p:cBhvr>
                                      <p:to>
                                        <p:strVal val="visible"/>
                                      </p:to>
                                    </p:set>
                                    <p:animEffect transition="in" filter="fade">
                                      <p:cBhvr>
                                        <p:cTn id="57" dur="500"/>
                                        <p:tgtEl>
                                          <p:spTgt spid="73737">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blinds(horizontal)">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blinds(horizontal)">
                                      <p:cBhvr>
                                        <p:cTn id="67" dur="500"/>
                                        <p:tgtEl>
                                          <p:spTgt spid="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blinds(horizontal)">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blinds(horizontal)">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blinds(horizontal)">
                                      <p:cBhvr>
                                        <p:cTn id="8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Phrase Structure Rules</a:t>
            </a:r>
            <a:endParaRPr lang="en-US" b="1" dirty="0"/>
          </a:p>
        </p:txBody>
      </p:sp>
      <p:sp>
        <p:nvSpPr>
          <p:cNvPr id="73737" name="Rectangle 9"/>
          <p:cNvSpPr>
            <a:spLocks noGrp="1" noChangeArrowheads="1"/>
          </p:cNvSpPr>
          <p:nvPr>
            <p:ph type="body" sz="half" idx="1"/>
          </p:nvPr>
        </p:nvSpPr>
        <p:spPr>
          <a:xfrm>
            <a:off x="1407885" y="2443289"/>
            <a:ext cx="2713541" cy="498682"/>
          </a:xfrm>
        </p:spPr>
        <p:txBody>
          <a:bodyPr/>
          <a:lstStyle/>
          <a:p>
            <a:r>
              <a:rPr lang="en-US" sz="2400" dirty="0" smtClean="0">
                <a:latin typeface="Century Schoolbook" pitchFamily="18" charset="0"/>
              </a:rPr>
              <a:t>TP/S</a:t>
            </a:r>
          </a:p>
          <a:p>
            <a:endParaRPr lang="en-US" sz="2400" dirty="0">
              <a:latin typeface="Century Schoolbook" pitchFamily="18" charset="0"/>
            </a:endParaRPr>
          </a:p>
        </p:txBody>
      </p:sp>
      <p:sp>
        <p:nvSpPr>
          <p:cNvPr id="5" name="Rectangle 9"/>
          <p:cNvSpPr txBox="1">
            <a:spLocks noChangeArrowheads="1"/>
          </p:cNvSpPr>
          <p:nvPr/>
        </p:nvSpPr>
        <p:spPr bwMode="auto">
          <a:xfrm>
            <a:off x="3998653" y="2449917"/>
            <a:ext cx="271354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NP 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Arrow Connector 6"/>
          <p:cNvCxnSpPr/>
          <p:nvPr/>
        </p:nvCxnSpPr>
        <p:spPr bwMode="auto">
          <a:xfrm>
            <a:off x="2981739" y="2703430"/>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9"/>
          <p:cNvSpPr txBox="1">
            <a:spLocks noChangeArrowheads="1"/>
          </p:cNvSpPr>
          <p:nvPr/>
        </p:nvSpPr>
        <p:spPr bwMode="auto">
          <a:xfrm>
            <a:off x="1414513" y="2913737"/>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NP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9" name="Rectangle 9"/>
          <p:cNvSpPr txBox="1">
            <a:spLocks noChangeArrowheads="1"/>
          </p:cNvSpPr>
          <p:nvPr/>
        </p:nvSpPr>
        <p:spPr bwMode="auto">
          <a:xfrm>
            <a:off x="4005281" y="2920365"/>
            <a:ext cx="4264076"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{Art (</a:t>
            </a:r>
            <a:r>
              <a:rPr lang="en-US" kern="0" dirty="0" err="1" smtClean="0">
                <a:latin typeface="Century Schoolbook" pitchFamily="18" charset="0"/>
                <a:cs typeface="+mn-cs"/>
              </a:rPr>
              <a:t>Adj</a:t>
            </a:r>
            <a:r>
              <a:rPr lang="en-US" kern="0" dirty="0" smtClean="0">
                <a:latin typeface="Century Schoolbook" pitchFamily="18" charset="0"/>
                <a:cs typeface="+mn-cs"/>
              </a:rPr>
              <a:t>+) N, Pro, PN}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0" name="Straight Arrow Connector 9"/>
          <p:cNvCxnSpPr/>
          <p:nvPr/>
        </p:nvCxnSpPr>
        <p:spPr bwMode="auto">
          <a:xfrm>
            <a:off x="2988367" y="317387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1" name="Rectangle 9"/>
          <p:cNvSpPr txBox="1">
            <a:spLocks noChangeArrowheads="1"/>
          </p:cNvSpPr>
          <p:nvPr/>
        </p:nvSpPr>
        <p:spPr bwMode="auto">
          <a:xfrm>
            <a:off x="1421141" y="3423941"/>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2" name="Rectangle 9"/>
          <p:cNvSpPr txBox="1">
            <a:spLocks noChangeArrowheads="1"/>
          </p:cNvSpPr>
          <p:nvPr/>
        </p:nvSpPr>
        <p:spPr bwMode="auto">
          <a:xfrm>
            <a:off x="4011909" y="3430569"/>
            <a:ext cx="287922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V NP (PP) (Adv)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3" name="Straight Arrow Connector 12"/>
          <p:cNvCxnSpPr/>
          <p:nvPr/>
        </p:nvCxnSpPr>
        <p:spPr bwMode="auto">
          <a:xfrm>
            <a:off x="2994995" y="3684082"/>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 name="Rectangle 9"/>
          <p:cNvSpPr txBox="1">
            <a:spLocks noChangeArrowheads="1"/>
          </p:cNvSpPr>
          <p:nvPr/>
        </p:nvSpPr>
        <p:spPr bwMode="auto">
          <a:xfrm>
            <a:off x="1414517" y="3920893"/>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PP</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5" name="Rectangle 9"/>
          <p:cNvSpPr txBox="1">
            <a:spLocks noChangeArrowheads="1"/>
          </p:cNvSpPr>
          <p:nvPr/>
        </p:nvSpPr>
        <p:spPr bwMode="auto">
          <a:xfrm>
            <a:off x="4005286" y="3927521"/>
            <a:ext cx="1401602"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 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6" name="Straight Arrow Connector 15"/>
          <p:cNvCxnSpPr/>
          <p:nvPr/>
        </p:nvCxnSpPr>
        <p:spPr bwMode="auto">
          <a:xfrm>
            <a:off x="2988371" y="418103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 name="Rectangle 9"/>
          <p:cNvSpPr txBox="1">
            <a:spLocks noChangeArrowheads="1"/>
          </p:cNvSpPr>
          <p:nvPr/>
        </p:nvSpPr>
        <p:spPr bwMode="auto">
          <a:xfrm>
            <a:off x="1182598" y="4709403"/>
            <a:ext cx="238223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Tree Diagrams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0" name="Straight Connector 19"/>
          <p:cNvCxnSpPr/>
          <p:nvPr/>
        </p:nvCxnSpPr>
        <p:spPr bwMode="auto">
          <a:xfrm>
            <a:off x="384311" y="5221343"/>
            <a:ext cx="8428383" cy="1588"/>
          </a:xfrm>
          <a:prstGeom prst="line">
            <a:avLst/>
          </a:prstGeom>
          <a:solidFill>
            <a:schemeClr val="accent1"/>
          </a:solidFill>
          <a:ln w="57150" cap="flat" cmpd="sng" algn="ctr">
            <a:solidFill>
              <a:srgbClr val="00B0F0"/>
            </a:solidFill>
            <a:prstDash val="solid"/>
            <a:round/>
            <a:headEnd type="none" w="med" len="med"/>
            <a:tailEnd type="none" w="med" len="med"/>
          </a:ln>
          <a:effectLst/>
        </p:spPr>
      </p:cxnSp>
      <p:sp>
        <p:nvSpPr>
          <p:cNvPr id="21" name="Rectangle 9"/>
          <p:cNvSpPr txBox="1">
            <a:spLocks noChangeArrowheads="1"/>
          </p:cNvSpPr>
          <p:nvPr/>
        </p:nvSpPr>
        <p:spPr bwMode="auto">
          <a:xfrm>
            <a:off x="1454267" y="5325623"/>
            <a:ext cx="387772"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3" name="Straight Connector 22"/>
          <p:cNvCxnSpPr/>
          <p:nvPr/>
        </p:nvCxnSpPr>
        <p:spPr bwMode="auto">
          <a:xfrm rot="5400000">
            <a:off x="1032790" y="5679406"/>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rot="16200000" flipH="1">
            <a:off x="1635764" y="5770434"/>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6" name="Rectangle 9"/>
          <p:cNvSpPr txBox="1">
            <a:spLocks noChangeArrowheads="1"/>
          </p:cNvSpPr>
          <p:nvPr/>
        </p:nvSpPr>
        <p:spPr bwMode="auto">
          <a:xfrm>
            <a:off x="652523" y="6220135"/>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27" name="Rectangle 9"/>
          <p:cNvSpPr txBox="1">
            <a:spLocks noChangeArrowheads="1"/>
          </p:cNvSpPr>
          <p:nvPr/>
        </p:nvSpPr>
        <p:spPr bwMode="auto">
          <a:xfrm>
            <a:off x="1851831" y="6240015"/>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a:t>
            </a: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p:txBody>
      </p:sp>
      <p:sp>
        <p:nvSpPr>
          <p:cNvPr id="28" name="Rectangle 9"/>
          <p:cNvSpPr txBox="1">
            <a:spLocks noChangeArrowheads="1"/>
          </p:cNvSpPr>
          <p:nvPr/>
        </p:nvSpPr>
        <p:spPr bwMode="auto">
          <a:xfrm>
            <a:off x="3316174" y="5332251"/>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cxnSp>
        <p:nvCxnSpPr>
          <p:cNvPr id="29" name="Straight Connector 28"/>
          <p:cNvCxnSpPr/>
          <p:nvPr/>
        </p:nvCxnSpPr>
        <p:spPr bwMode="auto">
          <a:xfrm rot="5400000">
            <a:off x="2894698" y="5686034"/>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rot="16200000" flipH="1">
            <a:off x="3497672" y="5777062"/>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1" name="Rectangle 9"/>
          <p:cNvSpPr txBox="1">
            <a:spLocks noChangeArrowheads="1"/>
          </p:cNvSpPr>
          <p:nvPr/>
        </p:nvSpPr>
        <p:spPr bwMode="auto">
          <a:xfrm>
            <a:off x="2514431" y="6226763"/>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Art</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2" name="Rectangle 9"/>
          <p:cNvSpPr txBox="1">
            <a:spLocks noChangeArrowheads="1"/>
          </p:cNvSpPr>
          <p:nvPr/>
        </p:nvSpPr>
        <p:spPr bwMode="auto">
          <a:xfrm>
            <a:off x="3833007" y="6246643"/>
            <a:ext cx="526948"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a:t>
            </a:r>
          </a:p>
        </p:txBody>
      </p:sp>
      <p:sp>
        <p:nvSpPr>
          <p:cNvPr id="33" name="Rectangle 9"/>
          <p:cNvSpPr txBox="1">
            <a:spLocks noChangeArrowheads="1"/>
          </p:cNvSpPr>
          <p:nvPr/>
        </p:nvSpPr>
        <p:spPr bwMode="auto">
          <a:xfrm>
            <a:off x="5217838" y="5352131"/>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4" name="Straight Connector 33"/>
          <p:cNvCxnSpPr/>
          <p:nvPr/>
        </p:nvCxnSpPr>
        <p:spPr bwMode="auto">
          <a:xfrm rot="5400000">
            <a:off x="4796362" y="5705914"/>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rot="16200000" flipH="1">
            <a:off x="5399336" y="5796942"/>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Rectangle 9"/>
          <p:cNvSpPr txBox="1">
            <a:spLocks noChangeArrowheads="1"/>
          </p:cNvSpPr>
          <p:nvPr/>
        </p:nvSpPr>
        <p:spPr bwMode="auto">
          <a:xfrm>
            <a:off x="4416095" y="6246643"/>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7" name="Rectangle 9"/>
          <p:cNvSpPr txBox="1">
            <a:spLocks noChangeArrowheads="1"/>
          </p:cNvSpPr>
          <p:nvPr/>
        </p:nvSpPr>
        <p:spPr bwMode="auto">
          <a:xfrm>
            <a:off x="5734670" y="6266523"/>
            <a:ext cx="652867"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38" name="Rectangle 9"/>
          <p:cNvSpPr txBox="1">
            <a:spLocks noChangeArrowheads="1"/>
          </p:cNvSpPr>
          <p:nvPr/>
        </p:nvSpPr>
        <p:spPr bwMode="auto">
          <a:xfrm>
            <a:off x="7159258" y="5345507"/>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PP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9" name="Straight Connector 38"/>
          <p:cNvCxnSpPr/>
          <p:nvPr/>
        </p:nvCxnSpPr>
        <p:spPr bwMode="auto">
          <a:xfrm rot="5400000">
            <a:off x="6737782" y="5699290"/>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rot="16200000" flipH="1">
            <a:off x="7340756" y="5790318"/>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1" name="Rectangle 9"/>
          <p:cNvSpPr txBox="1">
            <a:spLocks noChangeArrowheads="1"/>
          </p:cNvSpPr>
          <p:nvPr/>
        </p:nvSpPr>
        <p:spPr bwMode="auto">
          <a:xfrm>
            <a:off x="6357515" y="6240019"/>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p:txBody>
      </p:sp>
      <p:sp>
        <p:nvSpPr>
          <p:cNvPr id="42" name="Rectangle 9"/>
          <p:cNvSpPr txBox="1">
            <a:spLocks noChangeArrowheads="1"/>
          </p:cNvSpPr>
          <p:nvPr/>
        </p:nvSpPr>
        <p:spPr bwMode="auto">
          <a:xfrm>
            <a:off x="7676090" y="6259899"/>
            <a:ext cx="652867"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43" name="TextBox 42"/>
          <p:cNvSpPr txBox="1"/>
          <p:nvPr/>
        </p:nvSpPr>
        <p:spPr>
          <a:xfrm>
            <a:off x="980668" y="1563757"/>
            <a:ext cx="5883965" cy="461665"/>
          </a:xfrm>
          <a:prstGeom prst="rect">
            <a:avLst/>
          </a:prstGeom>
          <a:noFill/>
        </p:spPr>
        <p:txBody>
          <a:bodyPr wrap="square" rtlCol="0">
            <a:spAutoFit/>
          </a:bodyPr>
          <a:lstStyle/>
          <a:p>
            <a:pPr algn="l"/>
            <a:r>
              <a:rPr lang="en-US" dirty="0" smtClean="0"/>
              <a:t>Phrase structure rules generate structures.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blinds(horizontal)">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blinds(horizontal)">
                                      <p:cBhvr>
                                        <p:cTn id="42" dur="500"/>
                                        <p:tgtEl>
                                          <p:spTgt spid="1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linds(horizontal)">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4">
                                            <p:txEl>
                                              <p:pRg st="0" end="0"/>
                                            </p:txEl>
                                          </p:spTgt>
                                        </p:tgtEl>
                                        <p:attrNameLst>
                                          <p:attrName>style.visibility</p:attrName>
                                        </p:attrNameLst>
                                      </p:cBhvr>
                                      <p:to>
                                        <p:strVal val="visible"/>
                                      </p:to>
                                    </p:set>
                                    <p:animEffect transition="in" filter="blinds(horizontal)">
                                      <p:cBhvr>
                                        <p:cTn id="57" dur="500"/>
                                        <p:tgtEl>
                                          <p:spTgt spid="1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linds(horizontal)">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8">
                                            <p:txEl>
                                              <p:pRg st="0" end="0"/>
                                            </p:txEl>
                                          </p:spTgt>
                                        </p:tgtEl>
                                        <p:attrNameLst>
                                          <p:attrName>style.visibility</p:attrName>
                                        </p:attrNameLst>
                                      </p:cBhvr>
                                      <p:to>
                                        <p:strVal val="visible"/>
                                      </p:to>
                                    </p:set>
                                    <p:animEffect transition="in" filter="blinds(horizontal)">
                                      <p:cBhvr>
                                        <p:cTn id="72" dur="500"/>
                                        <p:tgtEl>
                                          <p:spTgt spid="18">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
                                            <p:txEl>
                                              <p:pRg st="0" end="0"/>
                                            </p:txEl>
                                          </p:spTgt>
                                        </p:tgtEl>
                                        <p:attrNameLst>
                                          <p:attrName>style.visibility</p:attrName>
                                        </p:attrNameLst>
                                      </p:cBhvr>
                                      <p:to>
                                        <p:strVal val="visible"/>
                                      </p:to>
                                    </p:set>
                                    <p:animEffect transition="in" filter="blinds(horizontal)">
                                      <p:cBhvr>
                                        <p:cTn id="77" dur="500"/>
                                        <p:tgtEl>
                                          <p:spTgt spid="21">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blinds(horizontal)">
                                      <p:cBhvr>
                                        <p:cTn id="82" dur="500"/>
                                        <p:tgtEl>
                                          <p:spTgt spid="23"/>
                                        </p:tgtEl>
                                      </p:cBhvr>
                                    </p:animEffect>
                                  </p:childTnLst>
                                </p:cTn>
                              </p:par>
                              <p:par>
                                <p:cTn id="83" presetID="3" presetClass="entr" presetSubtype="10" fill="hold" nodeType="with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blinds(horizontal)">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6">
                                            <p:txEl>
                                              <p:pRg st="0" end="0"/>
                                            </p:txEl>
                                          </p:spTgt>
                                        </p:tgtEl>
                                        <p:attrNameLst>
                                          <p:attrName>style.visibility</p:attrName>
                                        </p:attrNameLst>
                                      </p:cBhvr>
                                      <p:to>
                                        <p:strVal val="visible"/>
                                      </p:to>
                                    </p:set>
                                    <p:animEffect transition="in" filter="blinds(horizontal)">
                                      <p:cBhvr>
                                        <p:cTn id="90" dur="500"/>
                                        <p:tgtEl>
                                          <p:spTgt spid="26">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7">
                                            <p:txEl>
                                              <p:pRg st="0" end="0"/>
                                            </p:txEl>
                                          </p:spTgt>
                                        </p:tgtEl>
                                        <p:attrNameLst>
                                          <p:attrName>style.visibility</p:attrName>
                                        </p:attrNameLst>
                                      </p:cBhvr>
                                      <p:to>
                                        <p:strVal val="visible"/>
                                      </p:to>
                                    </p:set>
                                    <p:animEffect transition="in" filter="blinds(horizontal)">
                                      <p:cBhvr>
                                        <p:cTn id="95" dur="500"/>
                                        <p:tgtEl>
                                          <p:spTgt spid="2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8">
                                            <p:txEl>
                                              <p:pRg st="0" end="0"/>
                                            </p:txEl>
                                          </p:spTgt>
                                        </p:tgtEl>
                                        <p:attrNameLst>
                                          <p:attrName>style.visibility</p:attrName>
                                        </p:attrNameLst>
                                      </p:cBhvr>
                                      <p:to>
                                        <p:strVal val="visible"/>
                                      </p:to>
                                    </p:set>
                                    <p:animEffect transition="in" filter="blinds(horizontal)">
                                      <p:cBhvr>
                                        <p:cTn id="100" dur="500"/>
                                        <p:tgtEl>
                                          <p:spTgt spid="28">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blinds(horizontal)">
                                      <p:cBhvr>
                                        <p:cTn id="105" dur="500"/>
                                        <p:tgtEl>
                                          <p:spTgt spid="29"/>
                                        </p:tgtEl>
                                      </p:cBhvr>
                                    </p:animEffect>
                                  </p:childTnLst>
                                </p:cTn>
                              </p:par>
                              <p:par>
                                <p:cTn id="106" presetID="3" presetClass="entr" presetSubtype="10" fill="hold"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blinds(horizontal)">
                                      <p:cBhvr>
                                        <p:cTn id="108" dur="500"/>
                                        <p:tgtEl>
                                          <p:spTgt spid="30"/>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31">
                                            <p:txEl>
                                              <p:pRg st="0" end="0"/>
                                            </p:txEl>
                                          </p:spTgt>
                                        </p:tgtEl>
                                        <p:attrNameLst>
                                          <p:attrName>style.visibility</p:attrName>
                                        </p:attrNameLst>
                                      </p:cBhvr>
                                      <p:to>
                                        <p:strVal val="visible"/>
                                      </p:to>
                                    </p:set>
                                    <p:animEffect transition="in" filter="blinds(horizontal)">
                                      <p:cBhvr>
                                        <p:cTn id="113" dur="500"/>
                                        <p:tgtEl>
                                          <p:spTgt spid="31">
                                            <p:txEl>
                                              <p:pRg st="0" end="0"/>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32">
                                            <p:txEl>
                                              <p:pRg st="0" end="0"/>
                                            </p:txEl>
                                          </p:spTgt>
                                        </p:tgtEl>
                                        <p:attrNameLst>
                                          <p:attrName>style.visibility</p:attrName>
                                        </p:attrNameLst>
                                      </p:cBhvr>
                                      <p:to>
                                        <p:strVal val="visible"/>
                                      </p:to>
                                    </p:set>
                                    <p:animEffect transition="in" filter="blinds(horizontal)">
                                      <p:cBhvr>
                                        <p:cTn id="118" dur="500"/>
                                        <p:tgtEl>
                                          <p:spTgt spid="32">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3">
                                            <p:txEl>
                                              <p:pRg st="0" end="0"/>
                                            </p:txEl>
                                          </p:spTgt>
                                        </p:tgtEl>
                                        <p:attrNameLst>
                                          <p:attrName>style.visibility</p:attrName>
                                        </p:attrNameLst>
                                      </p:cBhvr>
                                      <p:to>
                                        <p:strVal val="visible"/>
                                      </p:to>
                                    </p:set>
                                    <p:animEffect transition="in" filter="blinds(horizontal)">
                                      <p:cBhvr>
                                        <p:cTn id="123" dur="500"/>
                                        <p:tgtEl>
                                          <p:spTgt spid="33">
                                            <p:txEl>
                                              <p:pRg st="0" end="0"/>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nodeType="clickEffect">
                                  <p:stCondLst>
                                    <p:cond delay="0"/>
                                  </p:stCondLst>
                                  <p:childTnLst>
                                    <p:set>
                                      <p:cBhvr>
                                        <p:cTn id="127" dur="1" fill="hold">
                                          <p:stCondLst>
                                            <p:cond delay="0"/>
                                          </p:stCondLst>
                                        </p:cTn>
                                        <p:tgtEl>
                                          <p:spTgt spid="34"/>
                                        </p:tgtEl>
                                        <p:attrNameLst>
                                          <p:attrName>style.visibility</p:attrName>
                                        </p:attrNameLst>
                                      </p:cBhvr>
                                      <p:to>
                                        <p:strVal val="visible"/>
                                      </p:to>
                                    </p:set>
                                    <p:animEffect transition="in" filter="blinds(horizontal)">
                                      <p:cBhvr>
                                        <p:cTn id="128" dur="500"/>
                                        <p:tgtEl>
                                          <p:spTgt spid="34"/>
                                        </p:tgtEl>
                                      </p:cBhvr>
                                    </p:animEffect>
                                  </p:childTnLst>
                                </p:cTn>
                              </p:par>
                              <p:par>
                                <p:cTn id="129" presetID="3" presetClass="entr" presetSubtype="10" fill="hold" nodeType="withEffect">
                                  <p:stCondLst>
                                    <p:cond delay="0"/>
                                  </p:stCondLst>
                                  <p:childTnLst>
                                    <p:set>
                                      <p:cBhvr>
                                        <p:cTn id="130" dur="1" fill="hold">
                                          <p:stCondLst>
                                            <p:cond delay="0"/>
                                          </p:stCondLst>
                                        </p:cTn>
                                        <p:tgtEl>
                                          <p:spTgt spid="35"/>
                                        </p:tgtEl>
                                        <p:attrNameLst>
                                          <p:attrName>style.visibility</p:attrName>
                                        </p:attrNameLst>
                                      </p:cBhvr>
                                      <p:to>
                                        <p:strVal val="visible"/>
                                      </p:to>
                                    </p:set>
                                    <p:animEffect transition="in" filter="blinds(horizontal)">
                                      <p:cBhvr>
                                        <p:cTn id="131" dur="500"/>
                                        <p:tgtEl>
                                          <p:spTgt spid="35"/>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36">
                                            <p:txEl>
                                              <p:pRg st="0" end="0"/>
                                            </p:txEl>
                                          </p:spTgt>
                                        </p:tgtEl>
                                        <p:attrNameLst>
                                          <p:attrName>style.visibility</p:attrName>
                                        </p:attrNameLst>
                                      </p:cBhvr>
                                      <p:to>
                                        <p:strVal val="visible"/>
                                      </p:to>
                                    </p:set>
                                    <p:animEffect transition="in" filter="blinds(horizontal)">
                                      <p:cBhvr>
                                        <p:cTn id="136" dur="500"/>
                                        <p:tgtEl>
                                          <p:spTgt spid="36">
                                            <p:txEl>
                                              <p:pRg st="0" end="0"/>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37">
                                            <p:txEl>
                                              <p:pRg st="0" end="0"/>
                                            </p:txEl>
                                          </p:spTgt>
                                        </p:tgtEl>
                                        <p:attrNameLst>
                                          <p:attrName>style.visibility</p:attrName>
                                        </p:attrNameLst>
                                      </p:cBhvr>
                                      <p:to>
                                        <p:strVal val="visible"/>
                                      </p:to>
                                    </p:set>
                                    <p:animEffect transition="in" filter="blinds(horizontal)">
                                      <p:cBhvr>
                                        <p:cTn id="141" dur="500"/>
                                        <p:tgtEl>
                                          <p:spTgt spid="37">
                                            <p:txEl>
                                              <p:pRg st="0" end="0"/>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animEffect transition="in" filter="blinds(horizontal)">
                                      <p:cBhvr>
                                        <p:cTn id="146" dur="500"/>
                                        <p:tgtEl>
                                          <p:spTgt spid="38">
                                            <p:txEl>
                                              <p:pRg st="0" end="0"/>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nodeType="click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blinds(horizontal)">
                                      <p:cBhvr>
                                        <p:cTn id="151" dur="500"/>
                                        <p:tgtEl>
                                          <p:spTgt spid="39"/>
                                        </p:tgtEl>
                                      </p:cBhvr>
                                    </p:animEffect>
                                  </p:childTnLst>
                                </p:cTn>
                              </p:par>
                              <p:par>
                                <p:cTn id="152" presetID="3" presetClass="entr" presetSubtype="10" fill="hold"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blinds(horizontal)">
                                      <p:cBhvr>
                                        <p:cTn id="154" dur="500"/>
                                        <p:tgtEl>
                                          <p:spTgt spid="40"/>
                                        </p:tgtEl>
                                      </p:cBhvr>
                                    </p:animEffect>
                                  </p:childTnLst>
                                </p:cTn>
                              </p:par>
                            </p:childTnLst>
                          </p:cTn>
                        </p:par>
                      </p:childTnLst>
                    </p:cTn>
                  </p:par>
                  <p:par>
                    <p:cTn id="155" fill="hold">
                      <p:stCondLst>
                        <p:cond delay="indefinite"/>
                      </p:stCondLst>
                      <p:childTnLst>
                        <p:par>
                          <p:cTn id="156" fill="hold">
                            <p:stCondLst>
                              <p:cond delay="0"/>
                            </p:stCondLst>
                            <p:childTnLst>
                              <p:par>
                                <p:cTn id="157" presetID="3" presetClass="entr" presetSubtype="10" fill="hold" grpId="0" nodeType="clickEffect">
                                  <p:stCondLst>
                                    <p:cond delay="0"/>
                                  </p:stCondLst>
                                  <p:childTnLst>
                                    <p:set>
                                      <p:cBhvr>
                                        <p:cTn id="158" dur="1" fill="hold">
                                          <p:stCondLst>
                                            <p:cond delay="0"/>
                                          </p:stCondLst>
                                        </p:cTn>
                                        <p:tgtEl>
                                          <p:spTgt spid="41">
                                            <p:txEl>
                                              <p:pRg st="0" end="0"/>
                                            </p:txEl>
                                          </p:spTgt>
                                        </p:tgtEl>
                                        <p:attrNameLst>
                                          <p:attrName>style.visibility</p:attrName>
                                        </p:attrNameLst>
                                      </p:cBhvr>
                                      <p:to>
                                        <p:strVal val="visible"/>
                                      </p:to>
                                    </p:set>
                                    <p:animEffect transition="in" filter="blinds(horizontal)">
                                      <p:cBhvr>
                                        <p:cTn id="159" dur="500"/>
                                        <p:tgtEl>
                                          <p:spTgt spid="41">
                                            <p:txEl>
                                              <p:pRg st="0" end="0"/>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3" presetClass="entr" presetSubtype="10" fill="hold" grpId="0" nodeType="clickEffect">
                                  <p:stCondLst>
                                    <p:cond delay="0"/>
                                  </p:stCondLst>
                                  <p:childTnLst>
                                    <p:set>
                                      <p:cBhvr>
                                        <p:cTn id="163" dur="1" fill="hold">
                                          <p:stCondLst>
                                            <p:cond delay="0"/>
                                          </p:stCondLst>
                                        </p:cTn>
                                        <p:tgtEl>
                                          <p:spTgt spid="42">
                                            <p:txEl>
                                              <p:pRg st="0" end="0"/>
                                            </p:txEl>
                                          </p:spTgt>
                                        </p:tgtEl>
                                        <p:attrNameLst>
                                          <p:attrName>style.visibility</p:attrName>
                                        </p:attrNameLst>
                                      </p:cBhvr>
                                      <p:to>
                                        <p:strVal val="visible"/>
                                      </p:to>
                                    </p:set>
                                    <p:animEffect transition="in" filter="blinds(horizontal)">
                                      <p:cBhvr>
                                        <p:cTn id="164" dur="500"/>
                                        <p:tgtEl>
                                          <p:spTgt spid="42">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grpId="0" nodeType="clickEffect">
                                  <p:stCondLst>
                                    <p:cond delay="0"/>
                                  </p:stCondLst>
                                  <p:childTnLst>
                                    <p:set>
                                      <p:cBhvr>
                                        <p:cTn id="168" dur="1" fill="hold">
                                          <p:stCondLst>
                                            <p:cond delay="0"/>
                                          </p:stCondLst>
                                        </p:cTn>
                                        <p:tgtEl>
                                          <p:spTgt spid="43"/>
                                        </p:tgtEl>
                                        <p:attrNameLst>
                                          <p:attrName>style.visibility</p:attrName>
                                        </p:attrNameLst>
                                      </p:cBhvr>
                                      <p:to>
                                        <p:strVal val="visible"/>
                                      </p:to>
                                    </p:set>
                                    <p:animEffect transition="in" filter="blinds(horizontal)">
                                      <p:cBhvr>
                                        <p:cTn id="16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p:bldP spid="8" grpId="0" build="p"/>
      <p:bldP spid="9" grpId="0"/>
      <p:bldP spid="11" grpId="0" build="p"/>
      <p:bldP spid="12" grpId="0"/>
      <p:bldP spid="14" grpId="0" build="p"/>
      <p:bldP spid="15" grpId="0"/>
      <p:bldP spid="18" grpId="0" build="p"/>
      <p:bldP spid="21" grpId="0" build="p"/>
      <p:bldP spid="26" grpId="0" build="p"/>
      <p:bldP spid="27" grpId="0" build="p"/>
      <p:bldP spid="28" grpId="0" build="p"/>
      <p:bldP spid="31" grpId="0" build="p"/>
      <p:bldP spid="32" grpId="0" build="p"/>
      <p:bldP spid="33" grpId="0" build="p"/>
      <p:bldP spid="36" grpId="0" build="p"/>
      <p:bldP spid="37" grpId="0" build="p"/>
      <p:bldP spid="38" grpId="0" build="p"/>
      <p:bldP spid="41" grpId="0" build="p"/>
      <p:bldP spid="42" grpId="0" build="p"/>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Lexical Rules</a:t>
            </a:r>
            <a:endParaRPr lang="en-US" b="1" dirty="0"/>
          </a:p>
        </p:txBody>
      </p:sp>
      <p:sp>
        <p:nvSpPr>
          <p:cNvPr id="73737" name="Rectangle 9"/>
          <p:cNvSpPr>
            <a:spLocks noGrp="1" noChangeArrowheads="1"/>
          </p:cNvSpPr>
          <p:nvPr>
            <p:ph type="body" sz="half" idx="1"/>
          </p:nvPr>
        </p:nvSpPr>
        <p:spPr>
          <a:xfrm>
            <a:off x="1156097" y="1449388"/>
            <a:ext cx="7155543" cy="2102195"/>
          </a:xfrm>
        </p:spPr>
        <p:txBody>
          <a:bodyPr/>
          <a:lstStyle/>
          <a:p>
            <a:pPr algn="just">
              <a:buNone/>
            </a:pPr>
            <a:r>
              <a:rPr lang="en-US" sz="2400" dirty="0" smtClean="0">
                <a:latin typeface="Century Schoolbook" pitchFamily="18" charset="0"/>
              </a:rPr>
              <a:t>	As we know, phrase structure rules generate structures. To turn those structures into recognizable English, we also need lexical rules that specify which words can be used when we rewrite constituents such as N.</a:t>
            </a:r>
            <a:endParaRPr lang="en-US" sz="2400" dirty="0">
              <a:latin typeface="Century Schoolbook" pitchFamily="18" charset="0"/>
            </a:endParaRPr>
          </a:p>
        </p:txBody>
      </p:sp>
      <p:sp>
        <p:nvSpPr>
          <p:cNvPr id="5" name="Rectangle 9"/>
          <p:cNvSpPr txBox="1">
            <a:spLocks noChangeArrowheads="1"/>
          </p:cNvSpPr>
          <p:nvPr/>
        </p:nvSpPr>
        <p:spPr bwMode="auto">
          <a:xfrm>
            <a:off x="1407885" y="3609465"/>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PN</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 name="Rectangle 9"/>
          <p:cNvSpPr txBox="1">
            <a:spLocks noChangeArrowheads="1"/>
          </p:cNvSpPr>
          <p:nvPr/>
        </p:nvSpPr>
        <p:spPr bwMode="auto">
          <a:xfrm>
            <a:off x="3998653" y="3616093"/>
            <a:ext cx="3078008"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Mary, George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Arrow Connector 6"/>
          <p:cNvCxnSpPr/>
          <p:nvPr/>
        </p:nvCxnSpPr>
        <p:spPr bwMode="auto">
          <a:xfrm>
            <a:off x="2875723" y="3869606"/>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0" name="Rectangle 9"/>
          <p:cNvSpPr txBox="1">
            <a:spLocks noChangeArrowheads="1"/>
          </p:cNvSpPr>
          <p:nvPr/>
        </p:nvSpPr>
        <p:spPr bwMode="auto">
          <a:xfrm>
            <a:off x="1421142" y="4113045"/>
            <a:ext cx="1547346"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4011909" y="4119673"/>
            <a:ext cx="3091256"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 Girl, Dog, Boy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2" name="Straight Arrow Connector 11"/>
          <p:cNvCxnSpPr/>
          <p:nvPr/>
        </p:nvCxnSpPr>
        <p:spPr bwMode="auto">
          <a:xfrm>
            <a:off x="2888979" y="4373186"/>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3" name="Rectangle 9"/>
          <p:cNvSpPr txBox="1">
            <a:spLocks noChangeArrowheads="1"/>
          </p:cNvSpPr>
          <p:nvPr/>
        </p:nvSpPr>
        <p:spPr bwMode="auto">
          <a:xfrm>
            <a:off x="1414517" y="4609997"/>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Pro</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4" name="Rectangle 9"/>
          <p:cNvSpPr txBox="1">
            <a:spLocks noChangeArrowheads="1"/>
          </p:cNvSpPr>
          <p:nvPr/>
        </p:nvSpPr>
        <p:spPr bwMode="auto">
          <a:xfrm>
            <a:off x="4005285" y="4616625"/>
            <a:ext cx="2448523"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It,</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you, he }</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5" name="Straight Arrow Connector 14"/>
          <p:cNvCxnSpPr/>
          <p:nvPr/>
        </p:nvCxnSpPr>
        <p:spPr bwMode="auto">
          <a:xfrm>
            <a:off x="2882355" y="487013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6" name="Rectangle 9"/>
          <p:cNvSpPr txBox="1">
            <a:spLocks noChangeArrowheads="1"/>
          </p:cNvSpPr>
          <p:nvPr/>
        </p:nvSpPr>
        <p:spPr bwMode="auto">
          <a:xfrm>
            <a:off x="1414518" y="5087069"/>
            <a:ext cx="1547346"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Art</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7" name="Rectangle 9"/>
          <p:cNvSpPr txBox="1">
            <a:spLocks noChangeArrowheads="1"/>
          </p:cNvSpPr>
          <p:nvPr/>
        </p:nvSpPr>
        <p:spPr bwMode="auto">
          <a:xfrm>
            <a:off x="4005285" y="5093697"/>
            <a:ext cx="287922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A,</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An, the }</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8" name="Straight Arrow Connector 17"/>
          <p:cNvCxnSpPr/>
          <p:nvPr/>
        </p:nvCxnSpPr>
        <p:spPr bwMode="auto">
          <a:xfrm>
            <a:off x="2882355" y="5347210"/>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9" name="Rectangle 9"/>
          <p:cNvSpPr txBox="1">
            <a:spLocks noChangeArrowheads="1"/>
          </p:cNvSpPr>
          <p:nvPr/>
        </p:nvSpPr>
        <p:spPr bwMode="auto">
          <a:xfrm>
            <a:off x="1407893" y="5584021"/>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0" name="Rectangle 9"/>
          <p:cNvSpPr txBox="1">
            <a:spLocks noChangeArrowheads="1"/>
          </p:cNvSpPr>
          <p:nvPr/>
        </p:nvSpPr>
        <p:spPr bwMode="auto">
          <a:xfrm>
            <a:off x="3998661" y="5590649"/>
            <a:ext cx="3091252"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Help,</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run, play </a:t>
            </a:r>
            <a:r>
              <a:rPr lang="en-US" kern="0" dirty="0">
                <a:latin typeface="Century Schoolbook" pitchFamily="18" charset="0"/>
                <a:cs typeface="+mn-cs"/>
              </a:rPr>
              <a:t>}</a:t>
            </a:r>
            <a:endPar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endParaRPr>
          </a:p>
        </p:txBody>
      </p:sp>
      <p:cxnSp>
        <p:nvCxnSpPr>
          <p:cNvPr id="21" name="Straight Arrow Connector 20"/>
          <p:cNvCxnSpPr/>
          <p:nvPr/>
        </p:nvCxnSpPr>
        <p:spPr bwMode="auto">
          <a:xfrm>
            <a:off x="2875731" y="5844162"/>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2" name="Rectangle 9"/>
          <p:cNvSpPr txBox="1">
            <a:spLocks noChangeArrowheads="1"/>
          </p:cNvSpPr>
          <p:nvPr/>
        </p:nvSpPr>
        <p:spPr bwMode="auto">
          <a:xfrm>
            <a:off x="304801" y="6056244"/>
            <a:ext cx="8574156" cy="775251"/>
          </a:xfrm>
          <a:prstGeom prst="rect">
            <a:avLst/>
          </a:prstGeom>
          <a:noFill/>
          <a:ln w="38100">
            <a:solidFill>
              <a:schemeClr val="accent6">
                <a:lumMod val="75000"/>
              </a:schemeClr>
            </a:solidFill>
            <a:prstDash val="solid"/>
            <a:miter lim="800000"/>
            <a:headEnd/>
            <a:tailEnd/>
          </a:ln>
          <a:effectLst/>
        </p:spPr>
        <p:txBody>
          <a:bodyPr vert="horz" wrap="square" lIns="91440" tIns="45720" rIns="91440" bIns="45720" numCol="1" anchor="ctr"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We</a:t>
            </a:r>
            <a:r>
              <a:rPr kumimoji="0" lang="en-US" sz="20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can rely on these rules to generate the grammatical sentences but not ungrammatical sentences.</a:t>
            </a:r>
            <a:endParaRPr kumimoji="0" lang="en-US" sz="2000" b="0" i="0" u="none" strike="noStrike" kern="0" cap="none" spc="0" normalizeH="0" baseline="0" noProof="0" dirty="0">
              <a:ln>
                <a:noFill/>
              </a:ln>
              <a:solidFill>
                <a:schemeClr val="accent6">
                  <a:lumMod val="50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blinds(horizontal)">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linds(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animEffect transition="in" filter="blinds(horizontal)">
                                      <p:cBhvr>
                                        <p:cTn id="47" dur="500"/>
                                        <p:tgtEl>
                                          <p:spTgt spid="1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linds(horizont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
                                            <p:txEl>
                                              <p:pRg st="0" end="0"/>
                                            </p:txEl>
                                          </p:spTgt>
                                        </p:tgtEl>
                                        <p:attrNameLst>
                                          <p:attrName>style.visibility</p:attrName>
                                        </p:attrNameLst>
                                      </p:cBhvr>
                                      <p:to>
                                        <p:strVal val="visible"/>
                                      </p:to>
                                    </p:set>
                                    <p:animEffect transition="in" filter="blinds(horizontal)">
                                      <p:cBhvr>
                                        <p:cTn id="62" dur="500"/>
                                        <p:tgtEl>
                                          <p:spTgt spid="16">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9">
                                            <p:txEl>
                                              <p:pRg st="0" end="0"/>
                                            </p:txEl>
                                          </p:spTgt>
                                        </p:tgtEl>
                                        <p:attrNameLst>
                                          <p:attrName>style.visibility</p:attrName>
                                        </p:attrNameLst>
                                      </p:cBhvr>
                                      <p:to>
                                        <p:strVal val="visible"/>
                                      </p:to>
                                    </p:set>
                                    <p:animEffect transition="in" filter="blinds(horizontal)">
                                      <p:cBhvr>
                                        <p:cTn id="77" dur="500"/>
                                        <p:tgtEl>
                                          <p:spTgt spid="19">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blinds(horizontal)">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2">
                                            <p:bg/>
                                          </p:spTgt>
                                        </p:tgtEl>
                                        <p:attrNameLst>
                                          <p:attrName>style.visibility</p:attrName>
                                        </p:attrNameLst>
                                      </p:cBhvr>
                                      <p:to>
                                        <p:strVal val="visible"/>
                                      </p:to>
                                    </p:set>
                                    <p:animEffect transition="in" filter="blinds(horizontal)">
                                      <p:cBhvr>
                                        <p:cTn id="92" dur="500"/>
                                        <p:tgtEl>
                                          <p:spTgt spid="22">
                                            <p:bg/>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blinds(horizontal)">
                                      <p:cBhvr>
                                        <p:cTn id="97"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6" grpId="0"/>
      <p:bldP spid="10" grpId="0" build="p"/>
      <p:bldP spid="11" grpId="0"/>
      <p:bldP spid="13" grpId="0" build="p"/>
      <p:bldP spid="14" grpId="0"/>
      <p:bldP spid="16" grpId="0" build="p"/>
      <p:bldP spid="17" grpId="0"/>
      <p:bldP spid="19" grpId="0" build="p"/>
      <p:bldP spid="20" grpId="0"/>
      <p:bldP spid="22"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689113" y="1449389"/>
            <a:ext cx="8454887" cy="1002263"/>
          </a:xfrm>
        </p:spPr>
        <p:txBody>
          <a:bodyPr/>
          <a:lstStyle/>
          <a:p>
            <a:pPr>
              <a:buNone/>
            </a:pPr>
            <a:r>
              <a:rPr lang="en-US" sz="2400" dirty="0" smtClean="0">
                <a:latin typeface="Century Schoolbook" pitchFamily="18" charset="0"/>
              </a:rPr>
              <a:t>It is easy to represent Declarative forms in tree diagrams.</a:t>
            </a:r>
          </a:p>
          <a:p>
            <a:pPr>
              <a:buNone/>
            </a:pPr>
            <a:r>
              <a:rPr lang="en-US" sz="2400" dirty="0" smtClean="0">
                <a:solidFill>
                  <a:srgbClr val="FF0000"/>
                </a:solidFill>
                <a:latin typeface="Century Schoolbook" pitchFamily="18" charset="0"/>
              </a:rPr>
              <a:t>e.g. You will help Mary.</a:t>
            </a:r>
          </a:p>
        </p:txBody>
      </p:sp>
      <p:sp>
        <p:nvSpPr>
          <p:cNvPr id="5" name="Rectangle 9"/>
          <p:cNvSpPr txBox="1">
            <a:spLocks noChangeArrowheads="1"/>
          </p:cNvSpPr>
          <p:nvPr/>
        </p:nvSpPr>
        <p:spPr bwMode="auto">
          <a:xfrm>
            <a:off x="4114762" y="238365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Connector 6"/>
          <p:cNvCxnSpPr>
            <a:stCxn id="5" idx="2"/>
          </p:cNvCxnSpPr>
          <p:nvPr/>
        </p:nvCxnSpPr>
        <p:spPr bwMode="auto">
          <a:xfrm rot="5400000">
            <a:off x="3079454" y="2314178"/>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a:stCxn id="5" idx="2"/>
          </p:cNvCxnSpPr>
          <p:nvPr/>
        </p:nvCxnSpPr>
        <p:spPr bwMode="auto">
          <a:xfrm rot="16200000" flipH="1">
            <a:off x="4901629" y="2330708"/>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a:stCxn id="5" idx="2"/>
          </p:cNvCxnSpPr>
          <p:nvPr/>
        </p:nvCxnSpPr>
        <p:spPr bwMode="auto">
          <a:xfrm rot="16200000" flipH="1">
            <a:off x="4099871" y="3132467"/>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Rectangle 9"/>
          <p:cNvSpPr txBox="1">
            <a:spLocks noChangeArrowheads="1"/>
          </p:cNvSpPr>
          <p:nvPr/>
        </p:nvSpPr>
        <p:spPr bwMode="auto">
          <a:xfrm>
            <a:off x="2107086" y="346369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7" name="Rectangle 9"/>
          <p:cNvSpPr txBox="1">
            <a:spLocks noChangeArrowheads="1"/>
          </p:cNvSpPr>
          <p:nvPr/>
        </p:nvSpPr>
        <p:spPr bwMode="auto">
          <a:xfrm>
            <a:off x="3896135" y="3470325"/>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8" name="Rectangle 9"/>
          <p:cNvSpPr txBox="1">
            <a:spLocks noChangeArrowheads="1"/>
          </p:cNvSpPr>
          <p:nvPr/>
        </p:nvSpPr>
        <p:spPr bwMode="auto">
          <a:xfrm>
            <a:off x="5777894" y="3463701"/>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1" name="Straight Connector 20"/>
          <p:cNvCxnSpPr/>
          <p:nvPr/>
        </p:nvCxnSpPr>
        <p:spPr bwMode="auto">
          <a:xfrm rot="16200000" flipH="1">
            <a:off x="3438907" y="4870169"/>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p:cNvCxnSpPr>
            <a:stCxn id="18" idx="2"/>
          </p:cNvCxnSpPr>
          <p:nvPr/>
        </p:nvCxnSpPr>
        <p:spPr bwMode="auto">
          <a:xfrm rot="5400000">
            <a:off x="5711657" y="4061811"/>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a:stCxn id="18" idx="2"/>
          </p:cNvCxnSpPr>
          <p:nvPr/>
        </p:nvCxnSpPr>
        <p:spPr bwMode="auto">
          <a:xfrm rot="16200000" flipH="1">
            <a:off x="6089344" y="4035260"/>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Rectangle 9"/>
          <p:cNvSpPr txBox="1">
            <a:spLocks noChangeArrowheads="1"/>
          </p:cNvSpPr>
          <p:nvPr/>
        </p:nvSpPr>
        <p:spPr bwMode="auto">
          <a:xfrm>
            <a:off x="2040832" y="4464229"/>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35" name="Straight Connector 34"/>
          <p:cNvCxnSpPr/>
          <p:nvPr/>
        </p:nvCxnSpPr>
        <p:spPr bwMode="auto">
          <a:xfrm rot="16200000" flipH="1">
            <a:off x="2067330" y="4240690"/>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rot="16200000" flipH="1">
            <a:off x="1981990" y="5308289"/>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5" name="Rectangle 9"/>
          <p:cNvSpPr txBox="1">
            <a:spLocks noChangeArrowheads="1"/>
          </p:cNvSpPr>
          <p:nvPr/>
        </p:nvSpPr>
        <p:spPr bwMode="auto">
          <a:xfrm>
            <a:off x="5559238" y="4384717"/>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46" name="Rectangle 9"/>
          <p:cNvSpPr txBox="1">
            <a:spLocks noChangeArrowheads="1"/>
          </p:cNvSpPr>
          <p:nvPr/>
        </p:nvSpPr>
        <p:spPr bwMode="auto">
          <a:xfrm>
            <a:off x="6175510" y="437809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47" name="Straight Connector 46"/>
          <p:cNvCxnSpPr/>
          <p:nvPr/>
        </p:nvCxnSpPr>
        <p:spPr bwMode="auto">
          <a:xfrm rot="16200000" flipH="1">
            <a:off x="5328122" y="52884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rot="16200000" flipH="1">
            <a:off x="6156374" y="5321545"/>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9" name="Rectangle 9"/>
          <p:cNvSpPr txBox="1">
            <a:spLocks noChangeArrowheads="1"/>
          </p:cNvSpPr>
          <p:nvPr/>
        </p:nvSpPr>
        <p:spPr bwMode="auto">
          <a:xfrm>
            <a:off x="1981213" y="5789440"/>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You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0" name="Rectangle 9"/>
          <p:cNvSpPr txBox="1">
            <a:spLocks noChangeArrowheads="1"/>
          </p:cNvSpPr>
          <p:nvPr/>
        </p:nvSpPr>
        <p:spPr bwMode="auto">
          <a:xfrm>
            <a:off x="3909381" y="5782816"/>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1" name="Rectangle 9"/>
          <p:cNvSpPr txBox="1">
            <a:spLocks noChangeArrowheads="1"/>
          </p:cNvSpPr>
          <p:nvPr/>
        </p:nvSpPr>
        <p:spPr bwMode="auto">
          <a:xfrm>
            <a:off x="5353872" y="5776192"/>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2" name="Rectangle 9"/>
          <p:cNvSpPr txBox="1">
            <a:spLocks noChangeArrowheads="1"/>
          </p:cNvSpPr>
          <p:nvPr/>
        </p:nvSpPr>
        <p:spPr bwMode="auto">
          <a:xfrm>
            <a:off x="6261636" y="5769568"/>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3" name="Rectangle 9"/>
          <p:cNvSpPr txBox="1">
            <a:spLocks noChangeArrowheads="1"/>
          </p:cNvSpPr>
          <p:nvPr/>
        </p:nvSpPr>
        <p:spPr bwMode="auto">
          <a:xfrm>
            <a:off x="5088832" y="2158380"/>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54" name="Straight Arrow Connector 53"/>
          <p:cNvCxnSpPr/>
          <p:nvPr/>
        </p:nvCxnSpPr>
        <p:spPr bwMode="auto">
          <a:xfrm>
            <a:off x="5473115" y="239863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55" name="Rectangle 9"/>
          <p:cNvSpPr txBox="1">
            <a:spLocks noChangeArrowheads="1"/>
          </p:cNvSpPr>
          <p:nvPr/>
        </p:nvSpPr>
        <p:spPr bwMode="auto">
          <a:xfrm>
            <a:off x="6367667" y="2111998"/>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rPr>
              <a:t>NP</a:t>
            </a: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linds(horizontal)">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par>
                                <p:cTn id="28" presetID="3" presetClass="entr" presetSubtype="1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6">
                                            <p:txEl>
                                              <p:pRg st="0" end="0"/>
                                            </p:txEl>
                                          </p:spTgt>
                                        </p:tgtEl>
                                        <p:attrNameLst>
                                          <p:attrName>style.visibility</p:attrName>
                                        </p:attrNameLst>
                                      </p:cBhvr>
                                      <p:to>
                                        <p:strVal val="visible"/>
                                      </p:to>
                                    </p:set>
                                    <p:animEffect transition="in" filter="blinds(horizontal)">
                                      <p:cBhvr>
                                        <p:cTn id="40" dur="500"/>
                                        <p:tgtEl>
                                          <p:spTgt spid="1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blinds(horizontal)">
                                      <p:cBhvr>
                                        <p:cTn id="45" dur="500"/>
                                        <p:tgtEl>
                                          <p:spTgt spid="1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blinds(horizontal)">
                                      <p:cBhvr>
                                        <p:cTn id="50" dur="500"/>
                                        <p:tgtEl>
                                          <p:spTgt spid="18">
                                            <p:txEl>
                                              <p:pRg st="0" end="0"/>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blinds(horizontal)">
                                      <p:cBhvr>
                                        <p:cTn id="53" dur="500"/>
                                        <p:tgtEl>
                                          <p:spTgt spid="23"/>
                                        </p:tgtEl>
                                      </p:cBhvr>
                                    </p:animEffect>
                                  </p:childTnLst>
                                </p:cTn>
                              </p:par>
                              <p:par>
                                <p:cTn id="54" presetID="3" presetClass="entr" presetSubtype="10" fill="hold"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blinds(horizontal)">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blinds(horizontal)">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blinds(horizontal)">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5">
                                            <p:txEl>
                                              <p:pRg st="0" end="0"/>
                                            </p:txEl>
                                          </p:spTgt>
                                        </p:tgtEl>
                                        <p:attrNameLst>
                                          <p:attrName>style.visibility</p:attrName>
                                        </p:attrNameLst>
                                      </p:cBhvr>
                                      <p:to>
                                        <p:strVal val="visible"/>
                                      </p:to>
                                    </p:set>
                                    <p:animEffect transition="in" filter="blinds(horizontal)">
                                      <p:cBhvr>
                                        <p:cTn id="71" dur="500"/>
                                        <p:tgtEl>
                                          <p:spTgt spid="45">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46">
                                            <p:txEl>
                                              <p:pRg st="0" end="0"/>
                                            </p:txEl>
                                          </p:spTgt>
                                        </p:tgtEl>
                                        <p:attrNameLst>
                                          <p:attrName>style.visibility</p:attrName>
                                        </p:attrNameLst>
                                      </p:cBhvr>
                                      <p:to>
                                        <p:strVal val="visible"/>
                                      </p:to>
                                    </p:set>
                                    <p:animEffect transition="in" filter="blinds(horizontal)">
                                      <p:cBhvr>
                                        <p:cTn id="76" dur="500"/>
                                        <p:tgtEl>
                                          <p:spTgt spid="46">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blinds(horizontal)">
                                      <p:cBhvr>
                                        <p:cTn id="81" dur="500"/>
                                        <p:tgtEl>
                                          <p:spTgt spid="39"/>
                                        </p:tgtEl>
                                      </p:cBhvr>
                                    </p:animEffect>
                                  </p:childTnLst>
                                </p:cTn>
                              </p:par>
                              <p:par>
                                <p:cTn id="82" presetID="3" presetClass="entr" presetSubtype="1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linds(horizontal)">
                                      <p:cBhvr>
                                        <p:cTn id="84" dur="500"/>
                                        <p:tgtEl>
                                          <p:spTgt spid="21"/>
                                        </p:tgtEl>
                                      </p:cBhvr>
                                    </p:animEffect>
                                  </p:childTnLst>
                                </p:cTn>
                              </p:par>
                              <p:par>
                                <p:cTn id="85" presetID="3" presetClass="entr" presetSubtype="10" fill="hold"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blinds(horizontal)">
                                      <p:cBhvr>
                                        <p:cTn id="87" dur="500"/>
                                        <p:tgtEl>
                                          <p:spTgt spid="47"/>
                                        </p:tgtEl>
                                      </p:cBhvr>
                                    </p:animEffect>
                                  </p:childTnLst>
                                </p:cTn>
                              </p:par>
                              <p:par>
                                <p:cTn id="88" presetID="3" presetClass="entr" presetSubtype="10" fill="hold"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blinds(horizontal)">
                                      <p:cBhvr>
                                        <p:cTn id="90" dur="500"/>
                                        <p:tgtEl>
                                          <p:spTgt spid="48"/>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49">
                                            <p:txEl>
                                              <p:pRg st="0" end="0"/>
                                            </p:txEl>
                                          </p:spTgt>
                                        </p:tgtEl>
                                        <p:attrNameLst>
                                          <p:attrName>style.visibility</p:attrName>
                                        </p:attrNameLst>
                                      </p:cBhvr>
                                      <p:to>
                                        <p:strVal val="visible"/>
                                      </p:to>
                                    </p:set>
                                    <p:animEffect transition="in" filter="blinds(horizontal)">
                                      <p:cBhvr>
                                        <p:cTn id="95" dur="500"/>
                                        <p:tgtEl>
                                          <p:spTgt spid="4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50">
                                            <p:txEl>
                                              <p:pRg st="0" end="0"/>
                                            </p:txEl>
                                          </p:spTgt>
                                        </p:tgtEl>
                                        <p:attrNameLst>
                                          <p:attrName>style.visibility</p:attrName>
                                        </p:attrNameLst>
                                      </p:cBhvr>
                                      <p:to>
                                        <p:strVal val="visible"/>
                                      </p:to>
                                    </p:set>
                                    <p:animEffect transition="in" filter="blinds(horizontal)">
                                      <p:cBhvr>
                                        <p:cTn id="100" dur="500"/>
                                        <p:tgtEl>
                                          <p:spTgt spid="50">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animEffect transition="in" filter="blinds(horizontal)">
                                      <p:cBhvr>
                                        <p:cTn id="105" dur="500"/>
                                        <p:tgtEl>
                                          <p:spTgt spid="51">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52">
                                            <p:txEl>
                                              <p:pRg st="0" end="0"/>
                                            </p:txEl>
                                          </p:spTgt>
                                        </p:tgtEl>
                                        <p:attrNameLst>
                                          <p:attrName>style.visibility</p:attrName>
                                        </p:attrNameLst>
                                      </p:cBhvr>
                                      <p:to>
                                        <p:strVal val="visible"/>
                                      </p:to>
                                    </p:set>
                                    <p:animEffect transition="in" filter="blinds(horizontal)">
                                      <p:cBhvr>
                                        <p:cTn id="110" dur="500"/>
                                        <p:tgtEl>
                                          <p:spTgt spid="52">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53">
                                            <p:txEl>
                                              <p:pRg st="0" end="0"/>
                                            </p:txEl>
                                          </p:spTgt>
                                        </p:tgtEl>
                                        <p:attrNameLst>
                                          <p:attrName>style.visibility</p:attrName>
                                        </p:attrNameLst>
                                      </p:cBhvr>
                                      <p:to>
                                        <p:strVal val="visible"/>
                                      </p:to>
                                    </p:set>
                                    <p:animEffect transition="in" filter="blinds(horizontal)">
                                      <p:cBhvr>
                                        <p:cTn id="115" dur="500"/>
                                        <p:tgtEl>
                                          <p:spTgt spid="53">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54"/>
                                        </p:tgtEl>
                                        <p:attrNameLst>
                                          <p:attrName>style.visibility</p:attrName>
                                        </p:attrNameLst>
                                      </p:cBhvr>
                                      <p:to>
                                        <p:strVal val="visible"/>
                                      </p:to>
                                    </p:set>
                                    <p:animEffect transition="in" filter="fade">
                                      <p:cBhvr>
                                        <p:cTn id="120" dur="500"/>
                                        <p:tgtEl>
                                          <p:spTgt spid="54"/>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55">
                                            <p:txEl>
                                              <p:pRg st="0" end="0"/>
                                            </p:txEl>
                                          </p:spTgt>
                                        </p:tgtEl>
                                        <p:attrNameLst>
                                          <p:attrName>style.visibility</p:attrName>
                                        </p:attrNameLst>
                                      </p:cBhvr>
                                      <p:to>
                                        <p:strVal val="visible"/>
                                      </p:to>
                                    </p:set>
                                    <p:animEffect transition="in" filter="blinds(horizontal)">
                                      <p:cBhvr>
                                        <p:cTn id="125"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16" grpId="0" build="p"/>
      <p:bldP spid="17" grpId="0" build="p"/>
      <p:bldP spid="18" grpId="0" build="p"/>
      <p:bldP spid="27" grpId="0"/>
      <p:bldP spid="45" grpId="0" build="p"/>
      <p:bldP spid="46" grpId="0" build="p"/>
      <p:bldP spid="49" grpId="0" build="p"/>
      <p:bldP spid="50" grpId="0" build="p"/>
      <p:bldP spid="51" grpId="0" build="p"/>
      <p:bldP spid="52" grpId="0" build="p"/>
      <p:bldP spid="53" grpId="0" build="p"/>
      <p:bldP spid="5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689113" y="1449390"/>
            <a:ext cx="8454887" cy="1042020"/>
          </a:xfrm>
        </p:spPr>
        <p:txBody>
          <a:bodyPr/>
          <a:lstStyle/>
          <a:p>
            <a:pPr>
              <a:buNone/>
            </a:pPr>
            <a:r>
              <a:rPr lang="en-US" sz="2400" dirty="0" smtClean="0">
                <a:latin typeface="Century Schoolbook" pitchFamily="18" charset="0"/>
              </a:rPr>
              <a:t>It is easy to represent Declarative forms in tree diagrams.</a:t>
            </a:r>
          </a:p>
          <a:p>
            <a:pPr>
              <a:buNone/>
            </a:pPr>
            <a:r>
              <a:rPr lang="en-US" sz="2400" dirty="0" smtClean="0">
                <a:solidFill>
                  <a:srgbClr val="FF0000"/>
                </a:solidFill>
                <a:latin typeface="Century Schoolbook" pitchFamily="18" charset="0"/>
              </a:rPr>
              <a:t>e.g. You will help Mary.</a:t>
            </a:r>
          </a:p>
          <a:p>
            <a:endParaRPr lang="en-US" sz="2400" dirty="0">
              <a:latin typeface="Century Schoolbook" pitchFamily="18" charset="0"/>
            </a:endParaRPr>
          </a:p>
        </p:txBody>
      </p:sp>
      <p:sp>
        <p:nvSpPr>
          <p:cNvPr id="26" name="Rectangle 9"/>
          <p:cNvSpPr txBox="1">
            <a:spLocks noChangeArrowheads="1"/>
          </p:cNvSpPr>
          <p:nvPr/>
        </p:nvSpPr>
        <p:spPr bwMode="auto">
          <a:xfrm>
            <a:off x="695742" y="2953494"/>
            <a:ext cx="8196468" cy="225461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BUT</a:t>
            </a:r>
            <a:r>
              <a:rPr kumimoji="0" lang="en-US" sz="3200" b="1" strike="noStrike" kern="0" cap="none" spc="0" normalizeH="0" noProof="0" dirty="0" smtClean="0">
                <a:ln>
                  <a:noFill/>
                </a:ln>
                <a:solidFill>
                  <a:srgbClr val="FF0000"/>
                </a:solidFill>
                <a:effectLst/>
                <a:uLnTx/>
                <a:uFillTx/>
                <a:latin typeface="Century Schoolbook" pitchFamily="18" charset="0"/>
                <a:ea typeface="+mn-ea"/>
                <a:cs typeface="+mn-cs"/>
              </a:rPr>
              <a:t> HOW CAN YOU REPRESENT THIS ONE?</a:t>
            </a:r>
          </a:p>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Will</a:t>
            </a:r>
            <a:r>
              <a:rPr kumimoji="0" lang="en-US" sz="3200" b="1" strike="noStrike" kern="0" cap="none" spc="0" normalizeH="0" noProof="0" dirty="0" smtClean="0">
                <a:ln>
                  <a:noFill/>
                </a:ln>
                <a:solidFill>
                  <a:srgbClr val="FF0000"/>
                </a:solidFill>
                <a:effectLst/>
                <a:uLnTx/>
                <a:uFillTx/>
                <a:latin typeface="Century Schoolbook" pitchFamily="18" charset="0"/>
                <a:ea typeface="+mn-ea"/>
                <a:cs typeface="+mn-cs"/>
              </a:rPr>
              <a:t> y</a:t>
            </a: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ou help Mary?</a:t>
            </a:r>
          </a:p>
          <a:p>
            <a:pPr marL="342900" marR="0" lvl="0" indent="-342900"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3200" b="1" strike="noStrike" kern="0" cap="none" spc="0" normalizeH="0" baseline="0" noProof="0" dirty="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
                                            <p:bg/>
                                          </p:spTgt>
                                        </p:tgtEl>
                                        <p:attrNameLst>
                                          <p:attrName>style.visibility</p:attrName>
                                        </p:attrNameLst>
                                      </p:cBhvr>
                                      <p:to>
                                        <p:strVal val="visible"/>
                                      </p:to>
                                    </p:set>
                                    <p:animEffect transition="in" filter="blinds(horizontal)">
                                      <p:cBhvr>
                                        <p:cTn id="22" dur="500"/>
                                        <p:tgtEl>
                                          <p:spTgt spid="26">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
                                            <p:txEl>
                                              <p:pRg st="0" end="0"/>
                                            </p:txEl>
                                          </p:spTgt>
                                        </p:tgtEl>
                                        <p:attrNameLst>
                                          <p:attrName>style.visibility</p:attrName>
                                        </p:attrNameLst>
                                      </p:cBhvr>
                                      <p:to>
                                        <p:strVal val="visible"/>
                                      </p:to>
                                    </p:set>
                                    <p:animEffect transition="in" filter="blinds(horizontal)">
                                      <p:cBhvr>
                                        <p:cTn id="27" dur="500"/>
                                        <p:tgtEl>
                                          <p:spTgt spid="2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
                                            <p:txEl>
                                              <p:pRg st="1" end="1"/>
                                            </p:txEl>
                                          </p:spTgt>
                                        </p:tgtEl>
                                        <p:attrNameLst>
                                          <p:attrName>style.visibility</p:attrName>
                                        </p:attrNameLst>
                                      </p:cBhvr>
                                      <p:to>
                                        <p:strVal val="visible"/>
                                      </p:to>
                                    </p:set>
                                    <p:animEffect transition="in" filter="blinds(horizontal)">
                                      <p:cBhvr>
                                        <p:cTn id="32"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2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1166185" y="1449389"/>
            <a:ext cx="1828806" cy="763724"/>
          </a:xfrm>
        </p:spPr>
        <p:style>
          <a:lnRef idx="0">
            <a:schemeClr val="accent6"/>
          </a:lnRef>
          <a:fillRef idx="3">
            <a:schemeClr val="accent6"/>
          </a:fillRef>
          <a:effectRef idx="3">
            <a:schemeClr val="accent6"/>
          </a:effectRef>
          <a:fontRef idx="minor">
            <a:schemeClr val="lt1"/>
          </a:fontRef>
        </p:style>
        <p:txBody>
          <a:bodyPr anchor="t"/>
          <a:lstStyle/>
          <a:p>
            <a:pPr>
              <a:buNone/>
            </a:pPr>
            <a:r>
              <a:rPr lang="en-US" sz="3200" b="1" dirty="0" smtClean="0">
                <a:latin typeface="Century Schoolbook" pitchFamily="18" charset="0"/>
              </a:rPr>
              <a:t>Simply</a:t>
            </a:r>
            <a:endParaRPr lang="en-US" sz="3200" b="1" dirty="0" smtClean="0">
              <a:solidFill>
                <a:srgbClr val="FF0000"/>
              </a:solidFill>
              <a:latin typeface="Century Schoolbook" pitchFamily="18" charset="0"/>
            </a:endParaRPr>
          </a:p>
        </p:txBody>
      </p:sp>
      <p:sp>
        <p:nvSpPr>
          <p:cNvPr id="5" name="Rectangle 9"/>
          <p:cNvSpPr txBox="1">
            <a:spLocks noChangeArrowheads="1"/>
          </p:cNvSpPr>
          <p:nvPr/>
        </p:nvSpPr>
        <p:spPr bwMode="auto">
          <a:xfrm>
            <a:off x="3279904" y="1482510"/>
            <a:ext cx="5824336" cy="763724"/>
          </a:xfrm>
          <a:prstGeom prst="rect">
            <a:avLst/>
          </a:prstGeom>
          <a:noFill/>
          <a:ln w="9525">
            <a:solidFill>
              <a:schemeClr val="accent6">
                <a:lumMod val="75000"/>
              </a:schemeClr>
            </a:solidFill>
            <a:miter lim="800000"/>
            <a:headEnd/>
            <a:tailEn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i="0" u="none" strike="noStrike" kern="0" cap="none" spc="0" normalizeH="0" baseline="0" noProof="0" dirty="0" smtClean="0">
                <a:ln>
                  <a:noFill/>
                </a:ln>
                <a:solidFill>
                  <a:schemeClr val="tx1"/>
                </a:solidFill>
                <a:effectLst/>
                <a:uLnTx/>
                <a:uFillTx/>
                <a:latin typeface="Century Schoolbook" pitchFamily="18" charset="0"/>
                <a:ea typeface="+mn-ea"/>
                <a:cs typeface="+mn-cs"/>
              </a:rPr>
              <a:t>Will you help </a:t>
            </a:r>
            <a:r>
              <a:rPr lang="en-US" sz="3200" kern="0" dirty="0" smtClean="0">
                <a:solidFill>
                  <a:schemeClr val="tx1"/>
                </a:solidFill>
                <a:latin typeface="Century Schoolbook" pitchFamily="18" charset="0"/>
              </a:rPr>
              <a:t>M</a:t>
            </a:r>
            <a:r>
              <a:rPr kumimoji="0" lang="en-US" sz="3200" i="0" u="none" strike="noStrike" kern="0" cap="none" spc="0" normalizeH="0" baseline="0" noProof="0" dirty="0" err="1" smtClean="0">
                <a:ln>
                  <a:noFill/>
                </a:ln>
                <a:solidFill>
                  <a:schemeClr val="tx1"/>
                </a:solidFill>
                <a:effectLst/>
                <a:uLnTx/>
                <a:uFillTx/>
                <a:latin typeface="Century Schoolbook" pitchFamily="18" charset="0"/>
                <a:ea typeface="+mn-ea"/>
                <a:cs typeface="+mn-cs"/>
              </a:rPr>
              <a:t>ary</a:t>
            </a:r>
            <a:r>
              <a:rPr kumimoji="0" lang="en-US" sz="3200" i="0" u="none" strike="noStrike" kern="0" cap="none" spc="0" normalizeH="0" baseline="0" noProof="0" dirty="0" smtClean="0">
                <a:ln>
                  <a:noFill/>
                </a:ln>
                <a:solidFill>
                  <a:schemeClr val="tx1"/>
                </a:solidFill>
                <a:effectLst/>
                <a:uLnTx/>
                <a:uFillTx/>
                <a:latin typeface="Century Schoolbook" pitchFamily="18" charset="0"/>
                <a:ea typeface="+mn-ea"/>
                <a:cs typeface="+mn-cs"/>
              </a:rPr>
              <a:t>?</a:t>
            </a:r>
          </a:p>
        </p:txBody>
      </p:sp>
      <p:sp>
        <p:nvSpPr>
          <p:cNvPr id="6" name="Rectangle 9"/>
          <p:cNvSpPr txBox="1">
            <a:spLocks noChangeArrowheads="1"/>
          </p:cNvSpPr>
          <p:nvPr/>
        </p:nvSpPr>
        <p:spPr bwMode="auto">
          <a:xfrm>
            <a:off x="4114762" y="238365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Connector 6"/>
          <p:cNvCxnSpPr>
            <a:stCxn id="6" idx="2"/>
          </p:cNvCxnSpPr>
          <p:nvPr/>
        </p:nvCxnSpPr>
        <p:spPr bwMode="auto">
          <a:xfrm rot="5400000">
            <a:off x="3079454" y="2314178"/>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a:stCxn id="6" idx="2"/>
          </p:cNvCxnSpPr>
          <p:nvPr/>
        </p:nvCxnSpPr>
        <p:spPr bwMode="auto">
          <a:xfrm rot="16200000" flipH="1">
            <a:off x="4901629" y="2330708"/>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a:stCxn id="6" idx="2"/>
          </p:cNvCxnSpPr>
          <p:nvPr/>
        </p:nvCxnSpPr>
        <p:spPr bwMode="auto">
          <a:xfrm rot="16200000" flipH="1">
            <a:off x="4099871" y="3132467"/>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txBox="1">
            <a:spLocks noChangeArrowheads="1"/>
          </p:cNvSpPr>
          <p:nvPr/>
        </p:nvSpPr>
        <p:spPr bwMode="auto">
          <a:xfrm>
            <a:off x="4015374" y="346369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2027603" y="3470325"/>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2" name="Rectangle 9"/>
          <p:cNvSpPr txBox="1">
            <a:spLocks noChangeArrowheads="1"/>
          </p:cNvSpPr>
          <p:nvPr/>
        </p:nvSpPr>
        <p:spPr bwMode="auto">
          <a:xfrm>
            <a:off x="5777894" y="3463701"/>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3" name="Straight Connector 12"/>
          <p:cNvCxnSpPr/>
          <p:nvPr/>
        </p:nvCxnSpPr>
        <p:spPr bwMode="auto">
          <a:xfrm rot="16200000" flipH="1">
            <a:off x="1570375" y="4870169"/>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a:stCxn id="12" idx="2"/>
          </p:cNvCxnSpPr>
          <p:nvPr/>
        </p:nvCxnSpPr>
        <p:spPr bwMode="auto">
          <a:xfrm rot="5400000">
            <a:off x="5711657" y="4061811"/>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a:stCxn id="12" idx="2"/>
          </p:cNvCxnSpPr>
          <p:nvPr/>
        </p:nvCxnSpPr>
        <p:spPr bwMode="auto">
          <a:xfrm rot="16200000" flipH="1">
            <a:off x="6089344" y="4035260"/>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Rectangle 9"/>
          <p:cNvSpPr txBox="1">
            <a:spLocks noChangeArrowheads="1"/>
          </p:cNvSpPr>
          <p:nvPr/>
        </p:nvSpPr>
        <p:spPr bwMode="auto">
          <a:xfrm>
            <a:off x="3949120" y="4464229"/>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7" name="Straight Connector 16"/>
          <p:cNvCxnSpPr/>
          <p:nvPr/>
        </p:nvCxnSpPr>
        <p:spPr bwMode="auto">
          <a:xfrm rot="16200000" flipH="1">
            <a:off x="3975618" y="4240690"/>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rot="16200000" flipH="1">
            <a:off x="3890278" y="5308289"/>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Rectangle 9"/>
          <p:cNvSpPr txBox="1">
            <a:spLocks noChangeArrowheads="1"/>
          </p:cNvSpPr>
          <p:nvPr/>
        </p:nvSpPr>
        <p:spPr bwMode="auto">
          <a:xfrm>
            <a:off x="5559238" y="4384717"/>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0" name="Rectangle 9"/>
          <p:cNvSpPr txBox="1">
            <a:spLocks noChangeArrowheads="1"/>
          </p:cNvSpPr>
          <p:nvPr/>
        </p:nvSpPr>
        <p:spPr bwMode="auto">
          <a:xfrm>
            <a:off x="6175510" y="437809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1" name="Straight Connector 20"/>
          <p:cNvCxnSpPr/>
          <p:nvPr/>
        </p:nvCxnSpPr>
        <p:spPr bwMode="auto">
          <a:xfrm rot="16200000" flipH="1">
            <a:off x="5328122" y="52884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rot="16200000" flipH="1">
            <a:off x="6156374" y="5321545"/>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Rectangle 9"/>
          <p:cNvSpPr txBox="1">
            <a:spLocks noChangeArrowheads="1"/>
          </p:cNvSpPr>
          <p:nvPr/>
        </p:nvSpPr>
        <p:spPr bwMode="auto">
          <a:xfrm>
            <a:off x="3889501" y="5789440"/>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y</a:t>
            </a:r>
            <a:r>
              <a:rPr kumimoji="0" lang="en-US" sz="2400" b="0" i="0" u="none" strike="noStrike" kern="0" cap="none" spc="0" normalizeH="0" baseline="0" noProof="0" dirty="0" err="1" smtClean="0">
                <a:ln>
                  <a:noFill/>
                </a:ln>
                <a:solidFill>
                  <a:schemeClr val="tx1"/>
                </a:solidFill>
                <a:effectLst/>
                <a:uLnTx/>
                <a:uFillTx/>
                <a:latin typeface="Century Schoolbook" pitchFamily="18" charset="0"/>
                <a:ea typeface="+mn-ea"/>
                <a:cs typeface="+mn-cs"/>
              </a:rPr>
              <a:t>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4" name="Rectangle 9"/>
          <p:cNvSpPr txBox="1">
            <a:spLocks noChangeArrowheads="1"/>
          </p:cNvSpPr>
          <p:nvPr/>
        </p:nvSpPr>
        <p:spPr bwMode="auto">
          <a:xfrm>
            <a:off x="2040849" y="5782816"/>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5353872" y="5776192"/>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7" name="Rectangle 9"/>
          <p:cNvSpPr txBox="1">
            <a:spLocks noChangeArrowheads="1"/>
          </p:cNvSpPr>
          <p:nvPr/>
        </p:nvSpPr>
        <p:spPr bwMode="auto">
          <a:xfrm>
            <a:off x="6261636" y="5769568"/>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8" name="Rectangle 9"/>
          <p:cNvSpPr txBox="1">
            <a:spLocks noChangeArrowheads="1"/>
          </p:cNvSpPr>
          <p:nvPr/>
        </p:nvSpPr>
        <p:spPr bwMode="auto">
          <a:xfrm>
            <a:off x="5671920" y="2423420"/>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29" name="Straight Arrow Connector 28"/>
          <p:cNvCxnSpPr/>
          <p:nvPr/>
        </p:nvCxnSpPr>
        <p:spPr bwMode="auto">
          <a:xfrm>
            <a:off x="6056203" y="266367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Rectangle 9"/>
          <p:cNvSpPr txBox="1">
            <a:spLocks noChangeArrowheads="1"/>
          </p:cNvSpPr>
          <p:nvPr/>
        </p:nvSpPr>
        <p:spPr bwMode="auto">
          <a:xfrm>
            <a:off x="6950755" y="2377038"/>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NP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bg/>
                                          </p:spTgt>
                                        </p:tgtEl>
                                        <p:attrNameLst>
                                          <p:attrName>style.visibility</p:attrName>
                                        </p:attrNameLst>
                                      </p:cBhvr>
                                      <p:to>
                                        <p:strVal val="visible"/>
                                      </p:to>
                                    </p:set>
                                    <p:animEffect transition="in" filter="blinds(horizontal)">
                                      <p:cBhvr>
                                        <p:cTn id="12" dur="500"/>
                                        <p:tgtEl>
                                          <p:spTgt spid="73737">
                                            <p:bg/>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7" dur="500"/>
                                        <p:tgtEl>
                                          <p:spTgt spid="7373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bg/>
                                          </p:spTgt>
                                        </p:tgtEl>
                                        <p:attrNameLst>
                                          <p:attrName>style.visibility</p:attrName>
                                        </p:attrNameLst>
                                      </p:cBhvr>
                                      <p:to>
                                        <p:strVal val="visible"/>
                                      </p:to>
                                    </p:set>
                                    <p:animEffect transition="in" filter="blinds(horizontal)">
                                      <p:cBhvr>
                                        <p:cTn id="22" dur="500"/>
                                        <p:tgtEl>
                                          <p:spTgt spid="5">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blinds(horizontal)">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blinds(horizontal)">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par>
                                <p:cTn id="38" presetID="3" presetClass="entr" presetSubtype="1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linds(horizontal)">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blinds(horizontal)">
                                      <p:cBhvr>
                                        <p:cTn id="50" dur="500"/>
                                        <p:tgtEl>
                                          <p:spTgt spid="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1">
                                            <p:txEl>
                                              <p:pRg st="0" end="0"/>
                                            </p:txEl>
                                          </p:spTgt>
                                        </p:tgtEl>
                                        <p:attrNameLst>
                                          <p:attrName>style.visibility</p:attrName>
                                        </p:attrNameLst>
                                      </p:cBhvr>
                                      <p:to>
                                        <p:strVal val="visible"/>
                                      </p:to>
                                    </p:set>
                                    <p:animEffect transition="in" filter="blinds(horizontal)">
                                      <p:cBhvr>
                                        <p:cTn id="55" dur="500"/>
                                        <p:tgtEl>
                                          <p:spTgt spid="11">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2">
                                            <p:txEl>
                                              <p:pRg st="0" end="0"/>
                                            </p:txEl>
                                          </p:spTgt>
                                        </p:tgtEl>
                                        <p:attrNameLst>
                                          <p:attrName>style.visibility</p:attrName>
                                        </p:attrNameLst>
                                      </p:cBhvr>
                                      <p:to>
                                        <p:strVal val="visible"/>
                                      </p:to>
                                    </p:set>
                                    <p:animEffect transition="in" filter="blinds(horizontal)">
                                      <p:cBhvr>
                                        <p:cTn id="60" dur="500"/>
                                        <p:tgtEl>
                                          <p:spTgt spid="12">
                                            <p:txEl>
                                              <p:pRg st="0" end="0"/>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blinds(horizontal)">
                                      <p:cBhvr>
                                        <p:cTn id="63" dur="500"/>
                                        <p:tgtEl>
                                          <p:spTgt spid="14"/>
                                        </p:tgtEl>
                                      </p:cBhvr>
                                    </p:animEffect>
                                  </p:childTnLst>
                                </p:cTn>
                              </p:par>
                              <p:par>
                                <p:cTn id="64" presetID="3" presetClass="entr" presetSubtype="10" fill="hold"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linds(horizontal)">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linds(horizontal)">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blinds(horizontal)">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9">
                                            <p:txEl>
                                              <p:pRg st="0" end="0"/>
                                            </p:txEl>
                                          </p:spTgt>
                                        </p:tgtEl>
                                        <p:attrNameLst>
                                          <p:attrName>style.visibility</p:attrName>
                                        </p:attrNameLst>
                                      </p:cBhvr>
                                      <p:to>
                                        <p:strVal val="visible"/>
                                      </p:to>
                                    </p:set>
                                    <p:animEffect transition="in" filter="blinds(horizontal)">
                                      <p:cBhvr>
                                        <p:cTn id="81" dur="500"/>
                                        <p:tgtEl>
                                          <p:spTgt spid="19">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0">
                                            <p:txEl>
                                              <p:pRg st="0" end="0"/>
                                            </p:txEl>
                                          </p:spTgt>
                                        </p:tgtEl>
                                        <p:attrNameLst>
                                          <p:attrName>style.visibility</p:attrName>
                                        </p:attrNameLst>
                                      </p:cBhvr>
                                      <p:to>
                                        <p:strVal val="visible"/>
                                      </p:to>
                                    </p:set>
                                    <p:animEffect transition="in" filter="blinds(horizontal)">
                                      <p:cBhvr>
                                        <p:cTn id="86" dur="500"/>
                                        <p:tgtEl>
                                          <p:spTgt spid="20">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blinds(horizontal)">
                                      <p:cBhvr>
                                        <p:cTn id="91" dur="500"/>
                                        <p:tgtEl>
                                          <p:spTgt spid="18"/>
                                        </p:tgtEl>
                                      </p:cBhvr>
                                    </p:animEffect>
                                  </p:childTnLst>
                                </p:cTn>
                              </p:par>
                              <p:par>
                                <p:cTn id="92" presetID="3" presetClass="entr" presetSubtype="10" fill="hold"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par>
                                <p:cTn id="95" presetID="3" presetClass="entr" presetSubtype="10"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blinds(horizontal)">
                                      <p:cBhvr>
                                        <p:cTn id="97" dur="500"/>
                                        <p:tgtEl>
                                          <p:spTgt spid="21"/>
                                        </p:tgtEl>
                                      </p:cBhvr>
                                    </p:animEffect>
                                  </p:childTnLst>
                                </p:cTn>
                              </p:par>
                              <p:par>
                                <p:cTn id="98" presetID="3" presetClass="entr" presetSubtype="1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blinds(horizontal)">
                                      <p:cBhvr>
                                        <p:cTn id="100" dur="5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3">
                                            <p:txEl>
                                              <p:pRg st="0" end="0"/>
                                            </p:txEl>
                                          </p:spTgt>
                                        </p:tgtEl>
                                        <p:attrNameLst>
                                          <p:attrName>style.visibility</p:attrName>
                                        </p:attrNameLst>
                                      </p:cBhvr>
                                      <p:to>
                                        <p:strVal val="visible"/>
                                      </p:to>
                                    </p:set>
                                    <p:animEffect transition="in" filter="blinds(horizontal)">
                                      <p:cBhvr>
                                        <p:cTn id="105" dur="500"/>
                                        <p:tgtEl>
                                          <p:spTgt spid="23">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4">
                                            <p:txEl>
                                              <p:pRg st="0" end="0"/>
                                            </p:txEl>
                                          </p:spTgt>
                                        </p:tgtEl>
                                        <p:attrNameLst>
                                          <p:attrName>style.visibility</p:attrName>
                                        </p:attrNameLst>
                                      </p:cBhvr>
                                      <p:to>
                                        <p:strVal val="visible"/>
                                      </p:to>
                                    </p:set>
                                    <p:animEffect transition="in" filter="blinds(horizontal)">
                                      <p:cBhvr>
                                        <p:cTn id="110" dur="500"/>
                                        <p:tgtEl>
                                          <p:spTgt spid="24">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blinds(horizontal)">
                                      <p:cBhvr>
                                        <p:cTn id="115" dur="500"/>
                                        <p:tgtEl>
                                          <p:spTgt spid="25">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27">
                                            <p:txEl>
                                              <p:pRg st="0" end="0"/>
                                            </p:txEl>
                                          </p:spTgt>
                                        </p:tgtEl>
                                        <p:attrNameLst>
                                          <p:attrName>style.visibility</p:attrName>
                                        </p:attrNameLst>
                                      </p:cBhvr>
                                      <p:to>
                                        <p:strVal val="visible"/>
                                      </p:to>
                                    </p:set>
                                    <p:animEffect transition="in" filter="blinds(horizontal)">
                                      <p:cBhvr>
                                        <p:cTn id="120" dur="500"/>
                                        <p:tgtEl>
                                          <p:spTgt spid="27">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28">
                                            <p:txEl>
                                              <p:pRg st="0" end="0"/>
                                            </p:txEl>
                                          </p:spTgt>
                                        </p:tgtEl>
                                        <p:attrNameLst>
                                          <p:attrName>style.visibility</p:attrName>
                                        </p:attrNameLst>
                                      </p:cBhvr>
                                      <p:to>
                                        <p:strVal val="visible"/>
                                      </p:to>
                                    </p:set>
                                    <p:animEffect transition="in" filter="blinds(horizontal)">
                                      <p:cBhvr>
                                        <p:cTn id="125" dur="500"/>
                                        <p:tgtEl>
                                          <p:spTgt spid="28">
                                            <p:txEl>
                                              <p:pRg st="0" end="0"/>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30">
                                            <p:txEl>
                                              <p:pRg st="0" end="0"/>
                                            </p:txEl>
                                          </p:spTgt>
                                        </p:tgtEl>
                                        <p:attrNameLst>
                                          <p:attrName>style.visibility</p:attrName>
                                        </p:attrNameLst>
                                      </p:cBhvr>
                                      <p:to>
                                        <p:strVal val="visible"/>
                                      </p:to>
                                    </p:set>
                                    <p:animEffect transition="in" filter="blinds(horizontal)">
                                      <p:cBhvr>
                                        <p:cTn id="135"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animBg="1"/>
      <p:bldP spid="5" grpId="0" build="p" animBg="1"/>
      <p:bldP spid="6" grpId="0" build="p"/>
      <p:bldP spid="10" grpId="0" build="p"/>
      <p:bldP spid="11" grpId="0" build="p"/>
      <p:bldP spid="12" grpId="0" build="p"/>
      <p:bldP spid="16" grpId="0"/>
      <p:bldP spid="19" grpId="0" build="p"/>
      <p:bldP spid="20" grpId="0" build="p"/>
      <p:bldP spid="23" grpId="0" build="p"/>
      <p:bldP spid="24" grpId="0" build="p"/>
      <p:bldP spid="25" grpId="0" build="p"/>
      <p:bldP spid="27" grpId="0" build="p"/>
      <p:bldP spid="28" grpId="0" build="p"/>
      <p:bldP spid="3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172280" y="1406467"/>
            <a:ext cx="8726060" cy="498680"/>
          </a:xfrm>
        </p:spPr>
        <p:txBody>
          <a:bodyPr/>
          <a:lstStyle/>
          <a:p>
            <a:pPr>
              <a:buNone/>
            </a:pPr>
            <a:r>
              <a:rPr lang="en-US" sz="2400" dirty="0" smtClean="0">
                <a:solidFill>
                  <a:srgbClr val="FF0000"/>
                </a:solidFill>
                <a:latin typeface="Century Schoolbook" pitchFamily="18" charset="0"/>
              </a:rPr>
              <a:t>You will help Mary.		Will you help Mary?</a:t>
            </a:r>
          </a:p>
        </p:txBody>
      </p:sp>
      <p:sp>
        <p:nvSpPr>
          <p:cNvPr id="5" name="Rectangle 9"/>
          <p:cNvSpPr txBox="1">
            <a:spLocks noChangeArrowheads="1"/>
          </p:cNvSpPr>
          <p:nvPr/>
        </p:nvSpPr>
        <p:spPr bwMode="auto">
          <a:xfrm>
            <a:off x="1530622" y="198609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 name="Straight Connector 5"/>
          <p:cNvCxnSpPr>
            <a:endCxn id="9" idx="0"/>
          </p:cNvCxnSpPr>
          <p:nvPr/>
        </p:nvCxnSpPr>
        <p:spPr bwMode="auto">
          <a:xfrm rot="5400000">
            <a:off x="847365" y="2061515"/>
            <a:ext cx="521713" cy="119598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a:endCxn id="11" idx="0"/>
          </p:cNvCxnSpPr>
          <p:nvPr/>
        </p:nvCxnSpPr>
        <p:spPr bwMode="auto">
          <a:xfrm rot="16200000" flipH="1">
            <a:off x="2026793" y="2078073"/>
            <a:ext cx="521717" cy="116287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rot="16200000" flipH="1">
            <a:off x="1515731" y="2589135"/>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Rectangle 9"/>
          <p:cNvSpPr txBox="1">
            <a:spLocks noChangeArrowheads="1"/>
          </p:cNvSpPr>
          <p:nvPr/>
        </p:nvSpPr>
        <p:spPr bwMode="auto">
          <a:xfrm>
            <a:off x="185546" y="2920365"/>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0" name="Rectangle 9"/>
          <p:cNvSpPr txBox="1">
            <a:spLocks noChangeArrowheads="1"/>
          </p:cNvSpPr>
          <p:nvPr/>
        </p:nvSpPr>
        <p:spPr bwMode="auto">
          <a:xfrm>
            <a:off x="1311995" y="2926993"/>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2544406" y="2920369"/>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2" name="Straight Connector 11"/>
          <p:cNvCxnSpPr/>
          <p:nvPr/>
        </p:nvCxnSpPr>
        <p:spPr bwMode="auto">
          <a:xfrm rot="16200000" flipH="1">
            <a:off x="854767" y="4326837"/>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a:stCxn id="11" idx="2"/>
          </p:cNvCxnSpPr>
          <p:nvPr/>
        </p:nvCxnSpPr>
        <p:spPr bwMode="auto">
          <a:xfrm rot="5400000">
            <a:off x="2478169" y="3518479"/>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a:stCxn id="11" idx="2"/>
          </p:cNvCxnSpPr>
          <p:nvPr/>
        </p:nvCxnSpPr>
        <p:spPr bwMode="auto">
          <a:xfrm rot="16200000" flipH="1">
            <a:off x="2855856" y="3491928"/>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5" name="Rectangle 9"/>
          <p:cNvSpPr txBox="1">
            <a:spLocks noChangeArrowheads="1"/>
          </p:cNvSpPr>
          <p:nvPr/>
        </p:nvSpPr>
        <p:spPr bwMode="auto">
          <a:xfrm>
            <a:off x="119292" y="3920897"/>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6" name="Straight Connector 15"/>
          <p:cNvCxnSpPr/>
          <p:nvPr/>
        </p:nvCxnSpPr>
        <p:spPr bwMode="auto">
          <a:xfrm rot="16200000" flipH="1">
            <a:off x="145790" y="3697358"/>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rot="16200000" flipH="1">
            <a:off x="60450" y="4764957"/>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Rectangle 9"/>
          <p:cNvSpPr txBox="1">
            <a:spLocks noChangeArrowheads="1"/>
          </p:cNvSpPr>
          <p:nvPr/>
        </p:nvSpPr>
        <p:spPr bwMode="auto">
          <a:xfrm>
            <a:off x="2325750" y="3841385"/>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9" name="Rectangle 9"/>
          <p:cNvSpPr txBox="1">
            <a:spLocks noChangeArrowheads="1"/>
          </p:cNvSpPr>
          <p:nvPr/>
        </p:nvSpPr>
        <p:spPr bwMode="auto">
          <a:xfrm>
            <a:off x="2942022" y="3834761"/>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0" name="Straight Connector 19"/>
          <p:cNvCxnSpPr/>
          <p:nvPr/>
        </p:nvCxnSpPr>
        <p:spPr bwMode="auto">
          <a:xfrm rot="16200000" flipH="1">
            <a:off x="2094634" y="4745081"/>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rot="16200000" flipH="1">
            <a:off x="2922886" y="47782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 name="Rectangle 9"/>
          <p:cNvSpPr txBox="1">
            <a:spLocks noChangeArrowheads="1"/>
          </p:cNvSpPr>
          <p:nvPr/>
        </p:nvSpPr>
        <p:spPr bwMode="auto">
          <a:xfrm>
            <a:off x="59673" y="5246108"/>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You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3" name="Rectangle 9"/>
          <p:cNvSpPr txBox="1">
            <a:spLocks noChangeArrowheads="1"/>
          </p:cNvSpPr>
          <p:nvPr/>
        </p:nvSpPr>
        <p:spPr bwMode="auto">
          <a:xfrm>
            <a:off x="1325241" y="5239484"/>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4" name="Rectangle 9"/>
          <p:cNvSpPr txBox="1">
            <a:spLocks noChangeArrowheads="1"/>
          </p:cNvSpPr>
          <p:nvPr/>
        </p:nvSpPr>
        <p:spPr bwMode="auto">
          <a:xfrm>
            <a:off x="2120384" y="5232860"/>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3028148" y="5226236"/>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7" name="Rectangle 9"/>
          <p:cNvSpPr txBox="1">
            <a:spLocks noChangeArrowheads="1"/>
          </p:cNvSpPr>
          <p:nvPr/>
        </p:nvSpPr>
        <p:spPr bwMode="auto">
          <a:xfrm>
            <a:off x="410843" y="6234611"/>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28" name="Straight Arrow Connector 27"/>
          <p:cNvCxnSpPr/>
          <p:nvPr/>
        </p:nvCxnSpPr>
        <p:spPr bwMode="auto">
          <a:xfrm>
            <a:off x="795126" y="6448361"/>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9" name="Rectangle 9"/>
          <p:cNvSpPr txBox="1">
            <a:spLocks noChangeArrowheads="1"/>
          </p:cNvSpPr>
          <p:nvPr/>
        </p:nvSpPr>
        <p:spPr bwMode="auto">
          <a:xfrm>
            <a:off x="1689678" y="6161725"/>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rPr>
              <a:t>NP</a:t>
            </a: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
        <p:nvSpPr>
          <p:cNvPr id="34" name="Rectangle 33"/>
          <p:cNvSpPr/>
          <p:nvPr/>
        </p:nvSpPr>
        <p:spPr>
          <a:xfrm>
            <a:off x="3432313" y="1895067"/>
            <a:ext cx="1033670" cy="830997"/>
          </a:xfrm>
          <a:prstGeom prst="rect">
            <a:avLst/>
          </a:prstGeom>
        </p:spPr>
        <p:txBody>
          <a:bodyPr wrap="square">
            <a:spAutoFit/>
          </a:bodyPr>
          <a:lstStyle/>
          <a:p>
            <a:r>
              <a:rPr lang="en-US" sz="4800" b="1" dirty="0" smtClean="0">
                <a:latin typeface="Century Schoolbook" pitchFamily="18" charset="0"/>
                <a:sym typeface="Symbol"/>
              </a:rPr>
              <a:t></a:t>
            </a:r>
            <a:endParaRPr lang="en-US" sz="4800" b="1" dirty="0"/>
          </a:p>
        </p:txBody>
      </p:sp>
      <p:sp>
        <p:nvSpPr>
          <p:cNvPr id="58" name="Rectangle 9"/>
          <p:cNvSpPr txBox="1">
            <a:spLocks noChangeArrowheads="1"/>
          </p:cNvSpPr>
          <p:nvPr/>
        </p:nvSpPr>
        <p:spPr bwMode="auto">
          <a:xfrm>
            <a:off x="6076083" y="1965276"/>
            <a:ext cx="351183" cy="64144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9" name="Straight Connector 58"/>
          <p:cNvCxnSpPr>
            <a:stCxn id="58" idx="2"/>
          </p:cNvCxnSpPr>
          <p:nvPr/>
        </p:nvCxnSpPr>
        <p:spPr bwMode="auto">
          <a:xfrm rot="5400000">
            <a:off x="5241242" y="2046666"/>
            <a:ext cx="450378" cy="157048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0" name="Straight Connector 59"/>
          <p:cNvCxnSpPr>
            <a:stCxn id="58" idx="2"/>
          </p:cNvCxnSpPr>
          <p:nvPr/>
        </p:nvCxnSpPr>
        <p:spPr bwMode="auto">
          <a:xfrm rot="16200000" flipH="1">
            <a:off x="6921991" y="1936405"/>
            <a:ext cx="451760" cy="179239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58" idx="2"/>
          </p:cNvCxnSpPr>
          <p:nvPr/>
        </p:nvCxnSpPr>
        <p:spPr bwMode="auto">
          <a:xfrm rot="16200000" flipH="1">
            <a:off x="6120233" y="2738163"/>
            <a:ext cx="266230"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2" name="Rectangle 9"/>
          <p:cNvSpPr txBox="1">
            <a:spLocks noChangeArrowheads="1"/>
          </p:cNvSpPr>
          <p:nvPr/>
        </p:nvSpPr>
        <p:spPr bwMode="auto">
          <a:xfrm>
            <a:off x="5976695" y="2969408"/>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3" name="Rectangle 9"/>
          <p:cNvSpPr txBox="1">
            <a:spLocks noChangeArrowheads="1"/>
          </p:cNvSpPr>
          <p:nvPr/>
        </p:nvSpPr>
        <p:spPr bwMode="auto">
          <a:xfrm>
            <a:off x="4439308" y="2976036"/>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4" name="Rectangle 9"/>
          <p:cNvSpPr txBox="1">
            <a:spLocks noChangeArrowheads="1"/>
          </p:cNvSpPr>
          <p:nvPr/>
        </p:nvSpPr>
        <p:spPr bwMode="auto">
          <a:xfrm>
            <a:off x="7739215" y="2969412"/>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5" name="Straight Connector 64"/>
          <p:cNvCxnSpPr/>
          <p:nvPr/>
        </p:nvCxnSpPr>
        <p:spPr bwMode="auto">
          <a:xfrm rot="16200000" flipH="1">
            <a:off x="3982080" y="4375880"/>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6" name="Straight Connector 65"/>
          <p:cNvCxnSpPr>
            <a:stCxn id="64" idx="2"/>
          </p:cNvCxnSpPr>
          <p:nvPr/>
        </p:nvCxnSpPr>
        <p:spPr bwMode="auto">
          <a:xfrm rot="5400000">
            <a:off x="7672978" y="3567522"/>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Straight Connector 66"/>
          <p:cNvCxnSpPr>
            <a:stCxn id="64" idx="2"/>
          </p:cNvCxnSpPr>
          <p:nvPr/>
        </p:nvCxnSpPr>
        <p:spPr bwMode="auto">
          <a:xfrm rot="16200000" flipH="1">
            <a:off x="8050665" y="3540971"/>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8" name="Rectangle 9"/>
          <p:cNvSpPr txBox="1">
            <a:spLocks noChangeArrowheads="1"/>
          </p:cNvSpPr>
          <p:nvPr/>
        </p:nvSpPr>
        <p:spPr bwMode="auto">
          <a:xfrm>
            <a:off x="5910441" y="3969940"/>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9" name="Straight Connector 68"/>
          <p:cNvCxnSpPr/>
          <p:nvPr/>
        </p:nvCxnSpPr>
        <p:spPr bwMode="auto">
          <a:xfrm rot="16200000" flipH="1">
            <a:off x="5936939" y="3746401"/>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p:nvPr/>
        </p:nvCxnSpPr>
        <p:spPr bwMode="auto">
          <a:xfrm rot="16200000" flipH="1">
            <a:off x="5851599" y="4814000"/>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1" name="Rectangle 9"/>
          <p:cNvSpPr txBox="1">
            <a:spLocks noChangeArrowheads="1"/>
          </p:cNvSpPr>
          <p:nvPr/>
        </p:nvSpPr>
        <p:spPr bwMode="auto">
          <a:xfrm>
            <a:off x="7520559" y="3890428"/>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2" name="Rectangle 9"/>
          <p:cNvSpPr txBox="1">
            <a:spLocks noChangeArrowheads="1"/>
          </p:cNvSpPr>
          <p:nvPr/>
        </p:nvSpPr>
        <p:spPr bwMode="auto">
          <a:xfrm>
            <a:off x="8136831" y="3883804"/>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3" name="Straight Connector 72"/>
          <p:cNvCxnSpPr/>
          <p:nvPr/>
        </p:nvCxnSpPr>
        <p:spPr bwMode="auto">
          <a:xfrm rot="16200000" flipH="1">
            <a:off x="7289443" y="4794124"/>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4" name="Straight Connector 73"/>
          <p:cNvCxnSpPr/>
          <p:nvPr/>
        </p:nvCxnSpPr>
        <p:spPr bwMode="auto">
          <a:xfrm rot="16200000" flipH="1">
            <a:off x="8117695" y="4827256"/>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5" name="Rectangle 9"/>
          <p:cNvSpPr txBox="1">
            <a:spLocks noChangeArrowheads="1"/>
          </p:cNvSpPr>
          <p:nvPr/>
        </p:nvSpPr>
        <p:spPr bwMode="auto">
          <a:xfrm>
            <a:off x="5850822" y="5295151"/>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y</a:t>
            </a:r>
            <a:r>
              <a:rPr kumimoji="0" lang="en-US" sz="2400" b="0" i="0" u="none" strike="noStrike" kern="0" cap="none" spc="0" normalizeH="0" baseline="0" noProof="0" dirty="0" err="1" smtClean="0">
                <a:ln>
                  <a:noFill/>
                </a:ln>
                <a:solidFill>
                  <a:schemeClr val="tx1"/>
                </a:solidFill>
                <a:effectLst/>
                <a:uLnTx/>
                <a:uFillTx/>
                <a:latin typeface="Century Schoolbook" pitchFamily="18" charset="0"/>
                <a:ea typeface="+mn-ea"/>
                <a:cs typeface="+mn-cs"/>
              </a:rPr>
              <a:t>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6" name="Rectangle 9"/>
          <p:cNvSpPr txBox="1">
            <a:spLocks noChangeArrowheads="1"/>
          </p:cNvSpPr>
          <p:nvPr/>
        </p:nvSpPr>
        <p:spPr bwMode="auto">
          <a:xfrm>
            <a:off x="4452554" y="5288527"/>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7" name="Rectangle 9"/>
          <p:cNvSpPr txBox="1">
            <a:spLocks noChangeArrowheads="1"/>
          </p:cNvSpPr>
          <p:nvPr/>
        </p:nvSpPr>
        <p:spPr bwMode="auto">
          <a:xfrm>
            <a:off x="7315193" y="5281903"/>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8" name="Rectangle 9"/>
          <p:cNvSpPr txBox="1">
            <a:spLocks noChangeArrowheads="1"/>
          </p:cNvSpPr>
          <p:nvPr/>
        </p:nvSpPr>
        <p:spPr bwMode="auto">
          <a:xfrm>
            <a:off x="8222957" y="5275279"/>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9" name="Rectangle 9"/>
          <p:cNvSpPr txBox="1">
            <a:spLocks noChangeArrowheads="1"/>
          </p:cNvSpPr>
          <p:nvPr/>
        </p:nvSpPr>
        <p:spPr bwMode="auto">
          <a:xfrm>
            <a:off x="5026519" y="6118993"/>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80" name="Straight Arrow Connector 79"/>
          <p:cNvCxnSpPr/>
          <p:nvPr/>
        </p:nvCxnSpPr>
        <p:spPr bwMode="auto">
          <a:xfrm>
            <a:off x="5410802" y="6359247"/>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1" name="Rectangle 9"/>
          <p:cNvSpPr txBox="1">
            <a:spLocks noChangeArrowheads="1"/>
          </p:cNvSpPr>
          <p:nvPr/>
        </p:nvSpPr>
        <p:spPr bwMode="auto">
          <a:xfrm>
            <a:off x="6305354" y="6072611"/>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NP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
        <p:nvSpPr>
          <p:cNvPr id="92" name="Rectangle 9"/>
          <p:cNvSpPr txBox="1">
            <a:spLocks noChangeArrowheads="1"/>
          </p:cNvSpPr>
          <p:nvPr/>
        </p:nvSpPr>
        <p:spPr bwMode="auto">
          <a:xfrm>
            <a:off x="198783" y="4399701"/>
            <a:ext cx="8772939" cy="1683026"/>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ctr"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2800" b="1" i="0" u="none" strike="noStrike" kern="0" normalizeH="0" baseline="0" noProof="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uLnTx/>
                <a:uFillTx/>
                <a:latin typeface="Century Schoolbook" pitchFamily="18" charset="0"/>
                <a:ea typeface="+mn-ea"/>
                <a:cs typeface="+mn-cs"/>
              </a:rPr>
              <a:t>This process is based on movement rules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blinds(horizontal)">
                                      <p:cBhvr>
                                        <p:cTn id="35" dur="500"/>
                                        <p:tgtEl>
                                          <p:spTgt spid="9">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blinds(horizontal)">
                                      <p:cBhvr>
                                        <p:cTn id="40" dur="500"/>
                                        <p:tgtEl>
                                          <p:spTgt spid="10">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blinds(horizontal)">
                                      <p:cBhvr>
                                        <p:cTn id="45" dur="500"/>
                                        <p:tgtEl>
                                          <p:spTgt spid="11">
                                            <p:txEl>
                                              <p:pRg st="0" end="0"/>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linds(horizontal)">
                                      <p:cBhvr>
                                        <p:cTn id="48" dur="500"/>
                                        <p:tgtEl>
                                          <p:spTgt spid="13"/>
                                        </p:tgtEl>
                                      </p:cBhvr>
                                    </p:animEffect>
                                  </p:childTnLst>
                                </p:cTn>
                              </p:par>
                              <p:par>
                                <p:cTn id="49" presetID="3" presetClass="entr" presetSubtype="1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linds(horizontal)">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linds(horizontal)">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blinds(horizontal)">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8">
                                            <p:txEl>
                                              <p:pRg st="0" end="0"/>
                                            </p:txEl>
                                          </p:spTgt>
                                        </p:tgtEl>
                                        <p:attrNameLst>
                                          <p:attrName>style.visibility</p:attrName>
                                        </p:attrNameLst>
                                      </p:cBhvr>
                                      <p:to>
                                        <p:strVal val="visible"/>
                                      </p:to>
                                    </p:set>
                                    <p:animEffect transition="in" filter="blinds(horizontal)">
                                      <p:cBhvr>
                                        <p:cTn id="66" dur="500"/>
                                        <p:tgtEl>
                                          <p:spTgt spid="18">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9">
                                            <p:txEl>
                                              <p:pRg st="0" end="0"/>
                                            </p:txEl>
                                          </p:spTgt>
                                        </p:tgtEl>
                                        <p:attrNameLst>
                                          <p:attrName>style.visibility</p:attrName>
                                        </p:attrNameLst>
                                      </p:cBhvr>
                                      <p:to>
                                        <p:strVal val="visible"/>
                                      </p:to>
                                    </p:set>
                                    <p:animEffect transition="in" filter="blinds(horizontal)">
                                      <p:cBhvr>
                                        <p:cTn id="71" dur="500"/>
                                        <p:tgtEl>
                                          <p:spTgt spid="19">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blinds(horizontal)">
                                      <p:cBhvr>
                                        <p:cTn id="76" dur="500"/>
                                        <p:tgtEl>
                                          <p:spTgt spid="17"/>
                                        </p:tgtEl>
                                      </p:cBhvr>
                                    </p:animEffect>
                                  </p:childTnLst>
                                </p:cTn>
                              </p:par>
                              <p:par>
                                <p:cTn id="77" presetID="3" presetClass="entr" presetSubtype="10" fill="hold" nodeType="with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par>
                                <p:cTn id="80" presetID="3" presetClass="entr" presetSubtype="1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par>
                                <p:cTn id="83" presetID="3" presetClass="entr" presetSubtype="1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blinds(horizontal)">
                                      <p:cBhvr>
                                        <p:cTn id="85" dur="500"/>
                                        <p:tgtEl>
                                          <p:spTgt spid="21"/>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2">
                                            <p:txEl>
                                              <p:pRg st="0" end="0"/>
                                            </p:txEl>
                                          </p:spTgt>
                                        </p:tgtEl>
                                        <p:attrNameLst>
                                          <p:attrName>style.visibility</p:attrName>
                                        </p:attrNameLst>
                                      </p:cBhvr>
                                      <p:to>
                                        <p:strVal val="visible"/>
                                      </p:to>
                                    </p:set>
                                    <p:animEffect transition="in" filter="blinds(horizontal)">
                                      <p:cBhvr>
                                        <p:cTn id="90" dur="500"/>
                                        <p:tgtEl>
                                          <p:spTgt spid="22">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3">
                                            <p:txEl>
                                              <p:pRg st="0" end="0"/>
                                            </p:txEl>
                                          </p:spTgt>
                                        </p:tgtEl>
                                        <p:attrNameLst>
                                          <p:attrName>style.visibility</p:attrName>
                                        </p:attrNameLst>
                                      </p:cBhvr>
                                      <p:to>
                                        <p:strVal val="visible"/>
                                      </p:to>
                                    </p:set>
                                    <p:animEffect transition="in" filter="blinds(horizontal)">
                                      <p:cBhvr>
                                        <p:cTn id="95" dur="500"/>
                                        <p:tgtEl>
                                          <p:spTgt spid="23">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
                                            <p:txEl>
                                              <p:pRg st="0" end="0"/>
                                            </p:txEl>
                                          </p:spTgt>
                                        </p:tgtEl>
                                        <p:attrNameLst>
                                          <p:attrName>style.visibility</p:attrName>
                                        </p:attrNameLst>
                                      </p:cBhvr>
                                      <p:to>
                                        <p:strVal val="visible"/>
                                      </p:to>
                                    </p:set>
                                    <p:animEffect transition="in" filter="blinds(horizontal)">
                                      <p:cBhvr>
                                        <p:cTn id="100" dur="500"/>
                                        <p:tgtEl>
                                          <p:spTgt spid="24">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5">
                                            <p:txEl>
                                              <p:pRg st="0" end="0"/>
                                            </p:txEl>
                                          </p:spTgt>
                                        </p:tgtEl>
                                        <p:attrNameLst>
                                          <p:attrName>style.visibility</p:attrName>
                                        </p:attrNameLst>
                                      </p:cBhvr>
                                      <p:to>
                                        <p:strVal val="visible"/>
                                      </p:to>
                                    </p:set>
                                    <p:animEffect transition="in" filter="blinds(horizontal)">
                                      <p:cBhvr>
                                        <p:cTn id="105" dur="500"/>
                                        <p:tgtEl>
                                          <p:spTgt spid="25">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7">
                                            <p:txEl>
                                              <p:pRg st="0" end="0"/>
                                            </p:txEl>
                                          </p:spTgt>
                                        </p:tgtEl>
                                        <p:attrNameLst>
                                          <p:attrName>style.visibility</p:attrName>
                                        </p:attrNameLst>
                                      </p:cBhvr>
                                      <p:to>
                                        <p:strVal val="visible"/>
                                      </p:to>
                                    </p:set>
                                    <p:animEffect transition="in" filter="blinds(horizontal)">
                                      <p:cBhvr>
                                        <p:cTn id="110" dur="500"/>
                                        <p:tgtEl>
                                          <p:spTgt spid="27">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29">
                                            <p:txEl>
                                              <p:pRg st="0" end="0"/>
                                            </p:txEl>
                                          </p:spTgt>
                                        </p:tgtEl>
                                        <p:attrNameLst>
                                          <p:attrName>style.visibility</p:attrName>
                                        </p:attrNameLst>
                                      </p:cBhvr>
                                      <p:to>
                                        <p:strVal val="visible"/>
                                      </p:to>
                                    </p:set>
                                    <p:animEffect transition="in" filter="blinds(horizontal)">
                                      <p:cBhvr>
                                        <p:cTn id="120" dur="500"/>
                                        <p:tgtEl>
                                          <p:spTgt spid="29">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blinds(horizontal)">
                                      <p:cBhvr>
                                        <p:cTn id="125" dur="500"/>
                                        <p:tgtEl>
                                          <p:spTgt spid="34"/>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58">
                                            <p:txEl>
                                              <p:pRg st="0" end="0"/>
                                            </p:txEl>
                                          </p:spTgt>
                                        </p:tgtEl>
                                        <p:attrNameLst>
                                          <p:attrName>style.visibility</p:attrName>
                                        </p:attrNameLst>
                                      </p:cBhvr>
                                      <p:to>
                                        <p:strVal val="visible"/>
                                      </p:to>
                                    </p:set>
                                    <p:animEffect transition="in" filter="blinds(horizontal)">
                                      <p:cBhvr>
                                        <p:cTn id="130" dur="500"/>
                                        <p:tgtEl>
                                          <p:spTgt spid="58">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59"/>
                                        </p:tgtEl>
                                        <p:attrNameLst>
                                          <p:attrName>style.visibility</p:attrName>
                                        </p:attrNameLst>
                                      </p:cBhvr>
                                      <p:to>
                                        <p:strVal val="visible"/>
                                      </p:to>
                                    </p:set>
                                    <p:animEffect transition="in" filter="blinds(horizontal)">
                                      <p:cBhvr>
                                        <p:cTn id="135" dur="500"/>
                                        <p:tgtEl>
                                          <p:spTgt spid="59"/>
                                        </p:tgtEl>
                                      </p:cBhvr>
                                    </p:animEffect>
                                  </p:childTnLst>
                                </p:cTn>
                              </p:par>
                              <p:par>
                                <p:cTn id="136" presetID="3" presetClass="entr" presetSubtype="10" fill="hold" nodeType="withEffect">
                                  <p:stCondLst>
                                    <p:cond delay="0"/>
                                  </p:stCondLst>
                                  <p:childTnLst>
                                    <p:set>
                                      <p:cBhvr>
                                        <p:cTn id="137" dur="1" fill="hold">
                                          <p:stCondLst>
                                            <p:cond delay="0"/>
                                          </p:stCondLst>
                                        </p:cTn>
                                        <p:tgtEl>
                                          <p:spTgt spid="60"/>
                                        </p:tgtEl>
                                        <p:attrNameLst>
                                          <p:attrName>style.visibility</p:attrName>
                                        </p:attrNameLst>
                                      </p:cBhvr>
                                      <p:to>
                                        <p:strVal val="visible"/>
                                      </p:to>
                                    </p:set>
                                    <p:animEffect transition="in" filter="blinds(horizontal)">
                                      <p:cBhvr>
                                        <p:cTn id="138" dur="500"/>
                                        <p:tgtEl>
                                          <p:spTgt spid="60"/>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ntr" presetSubtype="10" fill="hold" nodeType="clickEffect">
                                  <p:stCondLst>
                                    <p:cond delay="0"/>
                                  </p:stCondLst>
                                  <p:childTnLst>
                                    <p:set>
                                      <p:cBhvr>
                                        <p:cTn id="142" dur="1" fill="hold">
                                          <p:stCondLst>
                                            <p:cond delay="0"/>
                                          </p:stCondLst>
                                        </p:cTn>
                                        <p:tgtEl>
                                          <p:spTgt spid="61"/>
                                        </p:tgtEl>
                                        <p:attrNameLst>
                                          <p:attrName>style.visibility</p:attrName>
                                        </p:attrNameLst>
                                      </p:cBhvr>
                                      <p:to>
                                        <p:strVal val="visible"/>
                                      </p:to>
                                    </p:set>
                                    <p:animEffect transition="in" filter="blinds(horizontal)">
                                      <p:cBhvr>
                                        <p:cTn id="143" dur="500"/>
                                        <p:tgtEl>
                                          <p:spTgt spid="61"/>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grpId="0" nodeType="clickEffect">
                                  <p:stCondLst>
                                    <p:cond delay="0"/>
                                  </p:stCondLst>
                                  <p:childTnLst>
                                    <p:set>
                                      <p:cBhvr>
                                        <p:cTn id="147" dur="1" fill="hold">
                                          <p:stCondLst>
                                            <p:cond delay="0"/>
                                          </p:stCondLst>
                                        </p:cTn>
                                        <p:tgtEl>
                                          <p:spTgt spid="62">
                                            <p:txEl>
                                              <p:pRg st="0" end="0"/>
                                            </p:txEl>
                                          </p:spTgt>
                                        </p:tgtEl>
                                        <p:attrNameLst>
                                          <p:attrName>style.visibility</p:attrName>
                                        </p:attrNameLst>
                                      </p:cBhvr>
                                      <p:to>
                                        <p:strVal val="visible"/>
                                      </p:to>
                                    </p:set>
                                    <p:animEffect transition="in" filter="blinds(horizontal)">
                                      <p:cBhvr>
                                        <p:cTn id="148" dur="500"/>
                                        <p:tgtEl>
                                          <p:spTgt spid="62">
                                            <p:txEl>
                                              <p:pRg st="0" end="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3" presetClass="entr" presetSubtype="10" fill="hold" grpId="0" nodeType="clickEffect">
                                  <p:stCondLst>
                                    <p:cond delay="0"/>
                                  </p:stCondLst>
                                  <p:childTnLst>
                                    <p:set>
                                      <p:cBhvr>
                                        <p:cTn id="152" dur="1" fill="hold">
                                          <p:stCondLst>
                                            <p:cond delay="0"/>
                                          </p:stCondLst>
                                        </p:cTn>
                                        <p:tgtEl>
                                          <p:spTgt spid="63">
                                            <p:txEl>
                                              <p:pRg st="0" end="0"/>
                                            </p:txEl>
                                          </p:spTgt>
                                        </p:tgtEl>
                                        <p:attrNameLst>
                                          <p:attrName>style.visibility</p:attrName>
                                        </p:attrNameLst>
                                      </p:cBhvr>
                                      <p:to>
                                        <p:strVal val="visible"/>
                                      </p:to>
                                    </p:set>
                                    <p:animEffect transition="in" filter="blinds(horizontal)">
                                      <p:cBhvr>
                                        <p:cTn id="153" dur="500"/>
                                        <p:tgtEl>
                                          <p:spTgt spid="63">
                                            <p:txEl>
                                              <p:pRg st="0" end="0"/>
                                            </p:txEl>
                                          </p:spTgt>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grpId="0" nodeType="clickEffect">
                                  <p:stCondLst>
                                    <p:cond delay="0"/>
                                  </p:stCondLst>
                                  <p:childTnLst>
                                    <p:set>
                                      <p:cBhvr>
                                        <p:cTn id="157" dur="1" fill="hold">
                                          <p:stCondLst>
                                            <p:cond delay="0"/>
                                          </p:stCondLst>
                                        </p:cTn>
                                        <p:tgtEl>
                                          <p:spTgt spid="64">
                                            <p:txEl>
                                              <p:pRg st="0" end="0"/>
                                            </p:txEl>
                                          </p:spTgt>
                                        </p:tgtEl>
                                        <p:attrNameLst>
                                          <p:attrName>style.visibility</p:attrName>
                                        </p:attrNameLst>
                                      </p:cBhvr>
                                      <p:to>
                                        <p:strVal val="visible"/>
                                      </p:to>
                                    </p:set>
                                    <p:animEffect transition="in" filter="blinds(horizontal)">
                                      <p:cBhvr>
                                        <p:cTn id="158" dur="500"/>
                                        <p:tgtEl>
                                          <p:spTgt spid="64">
                                            <p:txEl>
                                              <p:pRg st="0" end="0"/>
                                            </p:txEl>
                                          </p:spTgt>
                                        </p:tgtEl>
                                      </p:cBhvr>
                                    </p:animEffect>
                                  </p:childTnLst>
                                </p:cTn>
                              </p:par>
                              <p:par>
                                <p:cTn id="159" presetID="3" presetClass="entr" presetSubtype="10" fill="hold" nodeType="withEffect">
                                  <p:stCondLst>
                                    <p:cond delay="0"/>
                                  </p:stCondLst>
                                  <p:childTnLst>
                                    <p:set>
                                      <p:cBhvr>
                                        <p:cTn id="160" dur="1" fill="hold">
                                          <p:stCondLst>
                                            <p:cond delay="0"/>
                                          </p:stCondLst>
                                        </p:cTn>
                                        <p:tgtEl>
                                          <p:spTgt spid="66"/>
                                        </p:tgtEl>
                                        <p:attrNameLst>
                                          <p:attrName>style.visibility</p:attrName>
                                        </p:attrNameLst>
                                      </p:cBhvr>
                                      <p:to>
                                        <p:strVal val="visible"/>
                                      </p:to>
                                    </p:set>
                                    <p:animEffect transition="in" filter="blinds(horizontal)">
                                      <p:cBhvr>
                                        <p:cTn id="161" dur="500"/>
                                        <p:tgtEl>
                                          <p:spTgt spid="66"/>
                                        </p:tgtEl>
                                      </p:cBhvr>
                                    </p:animEffect>
                                  </p:childTnLst>
                                </p:cTn>
                              </p:par>
                              <p:par>
                                <p:cTn id="162" presetID="3" presetClass="entr" presetSubtype="10" fill="hold" nodeType="withEffect">
                                  <p:stCondLst>
                                    <p:cond delay="0"/>
                                  </p:stCondLst>
                                  <p:childTnLst>
                                    <p:set>
                                      <p:cBhvr>
                                        <p:cTn id="163" dur="1" fill="hold">
                                          <p:stCondLst>
                                            <p:cond delay="0"/>
                                          </p:stCondLst>
                                        </p:cTn>
                                        <p:tgtEl>
                                          <p:spTgt spid="67"/>
                                        </p:tgtEl>
                                        <p:attrNameLst>
                                          <p:attrName>style.visibility</p:attrName>
                                        </p:attrNameLst>
                                      </p:cBhvr>
                                      <p:to>
                                        <p:strVal val="visible"/>
                                      </p:to>
                                    </p:set>
                                    <p:animEffect transition="in" filter="blinds(horizontal)">
                                      <p:cBhvr>
                                        <p:cTn id="164" dur="500"/>
                                        <p:tgtEl>
                                          <p:spTgt spid="67"/>
                                        </p:tgtEl>
                                      </p:cBhvr>
                                    </p:animEffec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nodeType="clickEffect">
                                  <p:stCondLst>
                                    <p:cond delay="0"/>
                                  </p:stCondLst>
                                  <p:childTnLst>
                                    <p:set>
                                      <p:cBhvr>
                                        <p:cTn id="168" dur="1" fill="hold">
                                          <p:stCondLst>
                                            <p:cond delay="0"/>
                                          </p:stCondLst>
                                        </p:cTn>
                                        <p:tgtEl>
                                          <p:spTgt spid="69"/>
                                        </p:tgtEl>
                                        <p:attrNameLst>
                                          <p:attrName>style.visibility</p:attrName>
                                        </p:attrNameLst>
                                      </p:cBhvr>
                                      <p:to>
                                        <p:strVal val="visible"/>
                                      </p:to>
                                    </p:set>
                                    <p:animEffect transition="in" filter="blinds(horizontal)">
                                      <p:cBhvr>
                                        <p:cTn id="169" dur="500"/>
                                        <p:tgtEl>
                                          <p:spTgt spid="69"/>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grpId="0" nodeType="clickEffect">
                                  <p:stCondLst>
                                    <p:cond delay="0"/>
                                  </p:stCondLst>
                                  <p:childTnLst>
                                    <p:set>
                                      <p:cBhvr>
                                        <p:cTn id="173" dur="1" fill="hold">
                                          <p:stCondLst>
                                            <p:cond delay="0"/>
                                          </p:stCondLst>
                                        </p:cTn>
                                        <p:tgtEl>
                                          <p:spTgt spid="68"/>
                                        </p:tgtEl>
                                        <p:attrNameLst>
                                          <p:attrName>style.visibility</p:attrName>
                                        </p:attrNameLst>
                                      </p:cBhvr>
                                      <p:to>
                                        <p:strVal val="visible"/>
                                      </p:to>
                                    </p:set>
                                    <p:animEffect transition="in" filter="blinds(horizontal)">
                                      <p:cBhvr>
                                        <p:cTn id="174" dur="500"/>
                                        <p:tgtEl>
                                          <p:spTgt spid="68"/>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71">
                                            <p:txEl>
                                              <p:pRg st="0" end="0"/>
                                            </p:txEl>
                                          </p:spTgt>
                                        </p:tgtEl>
                                        <p:attrNameLst>
                                          <p:attrName>style.visibility</p:attrName>
                                        </p:attrNameLst>
                                      </p:cBhvr>
                                      <p:to>
                                        <p:strVal val="visible"/>
                                      </p:to>
                                    </p:set>
                                    <p:animEffect transition="in" filter="blinds(horizontal)">
                                      <p:cBhvr>
                                        <p:cTn id="179" dur="500"/>
                                        <p:tgtEl>
                                          <p:spTgt spid="71">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grpId="0" nodeType="clickEffect">
                                  <p:stCondLst>
                                    <p:cond delay="0"/>
                                  </p:stCondLst>
                                  <p:childTnLst>
                                    <p:set>
                                      <p:cBhvr>
                                        <p:cTn id="183" dur="1" fill="hold">
                                          <p:stCondLst>
                                            <p:cond delay="0"/>
                                          </p:stCondLst>
                                        </p:cTn>
                                        <p:tgtEl>
                                          <p:spTgt spid="72">
                                            <p:txEl>
                                              <p:pRg st="0" end="0"/>
                                            </p:txEl>
                                          </p:spTgt>
                                        </p:tgtEl>
                                        <p:attrNameLst>
                                          <p:attrName>style.visibility</p:attrName>
                                        </p:attrNameLst>
                                      </p:cBhvr>
                                      <p:to>
                                        <p:strVal val="visible"/>
                                      </p:to>
                                    </p:set>
                                    <p:animEffect transition="in" filter="blinds(horizontal)">
                                      <p:cBhvr>
                                        <p:cTn id="184" dur="500"/>
                                        <p:tgtEl>
                                          <p:spTgt spid="72">
                                            <p:txEl>
                                              <p:pRg st="0" end="0"/>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nodeType="clickEffect">
                                  <p:stCondLst>
                                    <p:cond delay="0"/>
                                  </p:stCondLst>
                                  <p:childTnLst>
                                    <p:set>
                                      <p:cBhvr>
                                        <p:cTn id="188" dur="1" fill="hold">
                                          <p:stCondLst>
                                            <p:cond delay="0"/>
                                          </p:stCondLst>
                                        </p:cTn>
                                        <p:tgtEl>
                                          <p:spTgt spid="70"/>
                                        </p:tgtEl>
                                        <p:attrNameLst>
                                          <p:attrName>style.visibility</p:attrName>
                                        </p:attrNameLst>
                                      </p:cBhvr>
                                      <p:to>
                                        <p:strVal val="visible"/>
                                      </p:to>
                                    </p:set>
                                    <p:animEffect transition="in" filter="blinds(horizontal)">
                                      <p:cBhvr>
                                        <p:cTn id="189" dur="500"/>
                                        <p:tgtEl>
                                          <p:spTgt spid="70"/>
                                        </p:tgtEl>
                                      </p:cBhvr>
                                    </p:animEffect>
                                  </p:childTnLst>
                                </p:cTn>
                              </p:par>
                              <p:par>
                                <p:cTn id="190" presetID="3" presetClass="entr" presetSubtype="10" fill="hold"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blinds(horizontal)">
                                      <p:cBhvr>
                                        <p:cTn id="192" dur="500"/>
                                        <p:tgtEl>
                                          <p:spTgt spid="65"/>
                                        </p:tgtEl>
                                      </p:cBhvr>
                                    </p:animEffect>
                                  </p:childTnLst>
                                </p:cTn>
                              </p:par>
                              <p:par>
                                <p:cTn id="193" presetID="3" presetClass="entr" presetSubtype="10" fill="hold" nodeType="withEffect">
                                  <p:stCondLst>
                                    <p:cond delay="0"/>
                                  </p:stCondLst>
                                  <p:childTnLst>
                                    <p:set>
                                      <p:cBhvr>
                                        <p:cTn id="194" dur="1" fill="hold">
                                          <p:stCondLst>
                                            <p:cond delay="0"/>
                                          </p:stCondLst>
                                        </p:cTn>
                                        <p:tgtEl>
                                          <p:spTgt spid="73"/>
                                        </p:tgtEl>
                                        <p:attrNameLst>
                                          <p:attrName>style.visibility</p:attrName>
                                        </p:attrNameLst>
                                      </p:cBhvr>
                                      <p:to>
                                        <p:strVal val="visible"/>
                                      </p:to>
                                    </p:set>
                                    <p:animEffect transition="in" filter="blinds(horizontal)">
                                      <p:cBhvr>
                                        <p:cTn id="195" dur="500"/>
                                        <p:tgtEl>
                                          <p:spTgt spid="73"/>
                                        </p:tgtEl>
                                      </p:cBhvr>
                                    </p:animEffect>
                                  </p:childTnLst>
                                </p:cTn>
                              </p:par>
                              <p:par>
                                <p:cTn id="196" presetID="3" presetClass="entr" presetSubtype="10" fill="hold" nodeType="withEffect">
                                  <p:stCondLst>
                                    <p:cond delay="0"/>
                                  </p:stCondLst>
                                  <p:childTnLst>
                                    <p:set>
                                      <p:cBhvr>
                                        <p:cTn id="197" dur="1" fill="hold">
                                          <p:stCondLst>
                                            <p:cond delay="0"/>
                                          </p:stCondLst>
                                        </p:cTn>
                                        <p:tgtEl>
                                          <p:spTgt spid="74"/>
                                        </p:tgtEl>
                                        <p:attrNameLst>
                                          <p:attrName>style.visibility</p:attrName>
                                        </p:attrNameLst>
                                      </p:cBhvr>
                                      <p:to>
                                        <p:strVal val="visible"/>
                                      </p:to>
                                    </p:set>
                                    <p:animEffect transition="in" filter="blinds(horizontal)">
                                      <p:cBhvr>
                                        <p:cTn id="198" dur="500"/>
                                        <p:tgtEl>
                                          <p:spTgt spid="74"/>
                                        </p:tgtEl>
                                      </p:cBhvr>
                                    </p:animEffect>
                                  </p:childTnLst>
                                </p:cTn>
                              </p:par>
                            </p:childTnLst>
                          </p:cTn>
                        </p:par>
                      </p:childTnLst>
                    </p:cTn>
                  </p:par>
                  <p:par>
                    <p:cTn id="199" fill="hold">
                      <p:stCondLst>
                        <p:cond delay="indefinite"/>
                      </p:stCondLst>
                      <p:childTnLst>
                        <p:par>
                          <p:cTn id="200" fill="hold">
                            <p:stCondLst>
                              <p:cond delay="0"/>
                            </p:stCondLst>
                            <p:childTnLst>
                              <p:par>
                                <p:cTn id="201" presetID="3" presetClass="entr" presetSubtype="10" fill="hold" grpId="0" nodeType="clickEffect">
                                  <p:stCondLst>
                                    <p:cond delay="0"/>
                                  </p:stCondLst>
                                  <p:childTnLst>
                                    <p:set>
                                      <p:cBhvr>
                                        <p:cTn id="202" dur="1" fill="hold">
                                          <p:stCondLst>
                                            <p:cond delay="0"/>
                                          </p:stCondLst>
                                        </p:cTn>
                                        <p:tgtEl>
                                          <p:spTgt spid="75">
                                            <p:txEl>
                                              <p:pRg st="0" end="0"/>
                                            </p:txEl>
                                          </p:spTgt>
                                        </p:tgtEl>
                                        <p:attrNameLst>
                                          <p:attrName>style.visibility</p:attrName>
                                        </p:attrNameLst>
                                      </p:cBhvr>
                                      <p:to>
                                        <p:strVal val="visible"/>
                                      </p:to>
                                    </p:set>
                                    <p:animEffect transition="in" filter="blinds(horizontal)">
                                      <p:cBhvr>
                                        <p:cTn id="203" dur="500"/>
                                        <p:tgtEl>
                                          <p:spTgt spid="75">
                                            <p:txEl>
                                              <p:pRg st="0" end="0"/>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3" presetClass="entr" presetSubtype="10" fill="hold" grpId="0" nodeType="clickEffect">
                                  <p:stCondLst>
                                    <p:cond delay="0"/>
                                  </p:stCondLst>
                                  <p:childTnLst>
                                    <p:set>
                                      <p:cBhvr>
                                        <p:cTn id="207" dur="1" fill="hold">
                                          <p:stCondLst>
                                            <p:cond delay="0"/>
                                          </p:stCondLst>
                                        </p:cTn>
                                        <p:tgtEl>
                                          <p:spTgt spid="76">
                                            <p:txEl>
                                              <p:pRg st="0" end="0"/>
                                            </p:txEl>
                                          </p:spTgt>
                                        </p:tgtEl>
                                        <p:attrNameLst>
                                          <p:attrName>style.visibility</p:attrName>
                                        </p:attrNameLst>
                                      </p:cBhvr>
                                      <p:to>
                                        <p:strVal val="visible"/>
                                      </p:to>
                                    </p:set>
                                    <p:animEffect transition="in" filter="blinds(horizontal)">
                                      <p:cBhvr>
                                        <p:cTn id="208" dur="500"/>
                                        <p:tgtEl>
                                          <p:spTgt spid="76">
                                            <p:txEl>
                                              <p:pRg st="0" end="0"/>
                                            </p:txEl>
                                          </p:spTgt>
                                        </p:tgtEl>
                                      </p:cBhvr>
                                    </p:animEffect>
                                  </p:childTnLst>
                                </p:cTn>
                              </p:par>
                            </p:childTnLst>
                          </p:cTn>
                        </p:par>
                      </p:childTnLst>
                    </p:cTn>
                  </p:par>
                  <p:par>
                    <p:cTn id="209" fill="hold">
                      <p:stCondLst>
                        <p:cond delay="indefinite"/>
                      </p:stCondLst>
                      <p:childTnLst>
                        <p:par>
                          <p:cTn id="210" fill="hold">
                            <p:stCondLst>
                              <p:cond delay="0"/>
                            </p:stCondLst>
                            <p:childTnLst>
                              <p:par>
                                <p:cTn id="211" presetID="3" presetClass="entr" presetSubtype="10" fill="hold" grpId="0" nodeType="clickEffect">
                                  <p:stCondLst>
                                    <p:cond delay="0"/>
                                  </p:stCondLst>
                                  <p:childTnLst>
                                    <p:set>
                                      <p:cBhvr>
                                        <p:cTn id="212" dur="1" fill="hold">
                                          <p:stCondLst>
                                            <p:cond delay="0"/>
                                          </p:stCondLst>
                                        </p:cTn>
                                        <p:tgtEl>
                                          <p:spTgt spid="77">
                                            <p:txEl>
                                              <p:pRg st="0" end="0"/>
                                            </p:txEl>
                                          </p:spTgt>
                                        </p:tgtEl>
                                        <p:attrNameLst>
                                          <p:attrName>style.visibility</p:attrName>
                                        </p:attrNameLst>
                                      </p:cBhvr>
                                      <p:to>
                                        <p:strVal val="visible"/>
                                      </p:to>
                                    </p:set>
                                    <p:animEffect transition="in" filter="blinds(horizontal)">
                                      <p:cBhvr>
                                        <p:cTn id="213" dur="500"/>
                                        <p:tgtEl>
                                          <p:spTgt spid="77">
                                            <p:txEl>
                                              <p:pRg st="0" end="0"/>
                                            </p:txEl>
                                          </p:spTgt>
                                        </p:tgtEl>
                                      </p:cBhvr>
                                    </p:animEffect>
                                  </p:childTnLst>
                                </p:cTn>
                              </p:par>
                            </p:childTnLst>
                          </p:cTn>
                        </p:par>
                      </p:childTnLst>
                    </p:cTn>
                  </p:par>
                  <p:par>
                    <p:cTn id="214" fill="hold">
                      <p:stCondLst>
                        <p:cond delay="indefinite"/>
                      </p:stCondLst>
                      <p:childTnLst>
                        <p:par>
                          <p:cTn id="215" fill="hold">
                            <p:stCondLst>
                              <p:cond delay="0"/>
                            </p:stCondLst>
                            <p:childTnLst>
                              <p:par>
                                <p:cTn id="216" presetID="3" presetClass="entr" presetSubtype="10" fill="hold" grpId="0" nodeType="clickEffect">
                                  <p:stCondLst>
                                    <p:cond delay="0"/>
                                  </p:stCondLst>
                                  <p:childTnLst>
                                    <p:set>
                                      <p:cBhvr>
                                        <p:cTn id="217" dur="1" fill="hold">
                                          <p:stCondLst>
                                            <p:cond delay="0"/>
                                          </p:stCondLst>
                                        </p:cTn>
                                        <p:tgtEl>
                                          <p:spTgt spid="78">
                                            <p:txEl>
                                              <p:pRg st="0" end="0"/>
                                            </p:txEl>
                                          </p:spTgt>
                                        </p:tgtEl>
                                        <p:attrNameLst>
                                          <p:attrName>style.visibility</p:attrName>
                                        </p:attrNameLst>
                                      </p:cBhvr>
                                      <p:to>
                                        <p:strVal val="visible"/>
                                      </p:to>
                                    </p:set>
                                    <p:animEffect transition="in" filter="blinds(horizontal)">
                                      <p:cBhvr>
                                        <p:cTn id="218" dur="500"/>
                                        <p:tgtEl>
                                          <p:spTgt spid="78">
                                            <p:txEl>
                                              <p:pRg st="0" end="0"/>
                                            </p:txEl>
                                          </p:spTgt>
                                        </p:tgtEl>
                                      </p:cBhvr>
                                    </p:animEffect>
                                  </p:childTnLst>
                                </p:cTn>
                              </p:par>
                            </p:childTnLst>
                          </p:cTn>
                        </p:par>
                      </p:childTnLst>
                    </p:cTn>
                  </p:par>
                  <p:par>
                    <p:cTn id="219" fill="hold">
                      <p:stCondLst>
                        <p:cond delay="indefinite"/>
                      </p:stCondLst>
                      <p:childTnLst>
                        <p:par>
                          <p:cTn id="220" fill="hold">
                            <p:stCondLst>
                              <p:cond delay="0"/>
                            </p:stCondLst>
                            <p:childTnLst>
                              <p:par>
                                <p:cTn id="221" presetID="3" presetClass="entr" presetSubtype="10" fill="hold" grpId="0" nodeType="clickEffect">
                                  <p:stCondLst>
                                    <p:cond delay="0"/>
                                  </p:stCondLst>
                                  <p:childTnLst>
                                    <p:set>
                                      <p:cBhvr>
                                        <p:cTn id="222" dur="1" fill="hold">
                                          <p:stCondLst>
                                            <p:cond delay="0"/>
                                          </p:stCondLst>
                                        </p:cTn>
                                        <p:tgtEl>
                                          <p:spTgt spid="79">
                                            <p:txEl>
                                              <p:pRg st="0" end="0"/>
                                            </p:txEl>
                                          </p:spTgt>
                                        </p:tgtEl>
                                        <p:attrNameLst>
                                          <p:attrName>style.visibility</p:attrName>
                                        </p:attrNameLst>
                                      </p:cBhvr>
                                      <p:to>
                                        <p:strVal val="visible"/>
                                      </p:to>
                                    </p:set>
                                    <p:animEffect transition="in" filter="blinds(horizontal)">
                                      <p:cBhvr>
                                        <p:cTn id="223" dur="500"/>
                                        <p:tgtEl>
                                          <p:spTgt spid="79">
                                            <p:txEl>
                                              <p:pRg st="0" end="0"/>
                                            </p:txEl>
                                          </p:spTgt>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ntr" presetSubtype="0" fill="hold" nodeType="clickEffect">
                                  <p:stCondLst>
                                    <p:cond delay="0"/>
                                  </p:stCondLst>
                                  <p:childTnLst>
                                    <p:set>
                                      <p:cBhvr>
                                        <p:cTn id="227" dur="1" fill="hold">
                                          <p:stCondLst>
                                            <p:cond delay="0"/>
                                          </p:stCondLst>
                                        </p:cTn>
                                        <p:tgtEl>
                                          <p:spTgt spid="80"/>
                                        </p:tgtEl>
                                        <p:attrNameLst>
                                          <p:attrName>style.visibility</p:attrName>
                                        </p:attrNameLst>
                                      </p:cBhvr>
                                      <p:to>
                                        <p:strVal val="visible"/>
                                      </p:to>
                                    </p:set>
                                    <p:animEffect transition="in" filter="fade">
                                      <p:cBhvr>
                                        <p:cTn id="228" dur="500"/>
                                        <p:tgtEl>
                                          <p:spTgt spid="80"/>
                                        </p:tgtEl>
                                      </p:cBhvr>
                                    </p:animEffect>
                                  </p:childTnLst>
                                </p:cTn>
                              </p:par>
                            </p:childTnLst>
                          </p:cTn>
                        </p:par>
                      </p:childTnLst>
                    </p:cTn>
                  </p:par>
                  <p:par>
                    <p:cTn id="229" fill="hold">
                      <p:stCondLst>
                        <p:cond delay="indefinite"/>
                      </p:stCondLst>
                      <p:childTnLst>
                        <p:par>
                          <p:cTn id="230" fill="hold">
                            <p:stCondLst>
                              <p:cond delay="0"/>
                            </p:stCondLst>
                            <p:childTnLst>
                              <p:par>
                                <p:cTn id="231" presetID="3" presetClass="entr" presetSubtype="10" fill="hold" grpId="0" nodeType="clickEffect">
                                  <p:stCondLst>
                                    <p:cond delay="0"/>
                                  </p:stCondLst>
                                  <p:childTnLst>
                                    <p:set>
                                      <p:cBhvr>
                                        <p:cTn id="232" dur="1" fill="hold">
                                          <p:stCondLst>
                                            <p:cond delay="0"/>
                                          </p:stCondLst>
                                        </p:cTn>
                                        <p:tgtEl>
                                          <p:spTgt spid="81">
                                            <p:txEl>
                                              <p:pRg st="0" end="0"/>
                                            </p:txEl>
                                          </p:spTgt>
                                        </p:tgtEl>
                                        <p:attrNameLst>
                                          <p:attrName>style.visibility</p:attrName>
                                        </p:attrNameLst>
                                      </p:cBhvr>
                                      <p:to>
                                        <p:strVal val="visible"/>
                                      </p:to>
                                    </p:set>
                                    <p:animEffect transition="in" filter="blinds(horizontal)">
                                      <p:cBhvr>
                                        <p:cTn id="233" dur="500"/>
                                        <p:tgtEl>
                                          <p:spTgt spid="81">
                                            <p:txEl>
                                              <p:pRg st="0" end="0"/>
                                            </p:txEl>
                                          </p:spTgt>
                                        </p:tgtEl>
                                      </p:cBhvr>
                                    </p:animEffect>
                                  </p:childTnLst>
                                </p:cTn>
                              </p:par>
                            </p:childTnLst>
                          </p:cTn>
                        </p:par>
                      </p:childTnLst>
                    </p:cTn>
                  </p:par>
                  <p:par>
                    <p:cTn id="234" fill="hold">
                      <p:stCondLst>
                        <p:cond delay="indefinite"/>
                      </p:stCondLst>
                      <p:childTnLst>
                        <p:par>
                          <p:cTn id="235" fill="hold">
                            <p:stCondLst>
                              <p:cond delay="0"/>
                            </p:stCondLst>
                            <p:childTnLst>
                              <p:par>
                                <p:cTn id="236" presetID="3" presetClass="entr" presetSubtype="10" fill="hold" grpId="0" nodeType="clickEffect">
                                  <p:stCondLst>
                                    <p:cond delay="0"/>
                                  </p:stCondLst>
                                  <p:childTnLst>
                                    <p:set>
                                      <p:cBhvr>
                                        <p:cTn id="237" dur="1" fill="hold">
                                          <p:stCondLst>
                                            <p:cond delay="0"/>
                                          </p:stCondLst>
                                        </p:cTn>
                                        <p:tgtEl>
                                          <p:spTgt spid="92">
                                            <p:bg/>
                                          </p:spTgt>
                                        </p:tgtEl>
                                        <p:attrNameLst>
                                          <p:attrName>style.visibility</p:attrName>
                                        </p:attrNameLst>
                                      </p:cBhvr>
                                      <p:to>
                                        <p:strVal val="visible"/>
                                      </p:to>
                                    </p:set>
                                    <p:animEffect transition="in" filter="blinds(horizontal)">
                                      <p:cBhvr>
                                        <p:cTn id="238" dur="500"/>
                                        <p:tgtEl>
                                          <p:spTgt spid="92">
                                            <p:bg/>
                                          </p:spTgt>
                                        </p:tgtEl>
                                      </p:cBhvr>
                                    </p:animEffect>
                                  </p:childTnLst>
                                </p:cTn>
                              </p:par>
                            </p:childTnLst>
                          </p:cTn>
                        </p:par>
                      </p:childTnLst>
                    </p:cTn>
                  </p:par>
                  <p:par>
                    <p:cTn id="239" fill="hold">
                      <p:stCondLst>
                        <p:cond delay="indefinite"/>
                      </p:stCondLst>
                      <p:childTnLst>
                        <p:par>
                          <p:cTn id="240" fill="hold">
                            <p:stCondLst>
                              <p:cond delay="0"/>
                            </p:stCondLst>
                            <p:childTnLst>
                              <p:par>
                                <p:cTn id="241" presetID="3" presetClass="entr" presetSubtype="10" fill="hold" grpId="0" nodeType="clickEffect">
                                  <p:stCondLst>
                                    <p:cond delay="0"/>
                                  </p:stCondLst>
                                  <p:childTnLst>
                                    <p:set>
                                      <p:cBhvr>
                                        <p:cTn id="242" dur="1" fill="hold">
                                          <p:stCondLst>
                                            <p:cond delay="0"/>
                                          </p:stCondLst>
                                        </p:cTn>
                                        <p:tgtEl>
                                          <p:spTgt spid="92">
                                            <p:txEl>
                                              <p:pRg st="0" end="0"/>
                                            </p:txEl>
                                          </p:spTgt>
                                        </p:tgtEl>
                                        <p:attrNameLst>
                                          <p:attrName>style.visibility</p:attrName>
                                        </p:attrNameLst>
                                      </p:cBhvr>
                                      <p:to>
                                        <p:strVal val="visible"/>
                                      </p:to>
                                    </p:set>
                                    <p:animEffect transition="in" filter="blinds(horizontal)">
                                      <p:cBhvr>
                                        <p:cTn id="243" dur="500"/>
                                        <p:tgtEl>
                                          <p:spTgt spid="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9" grpId="0" build="p"/>
      <p:bldP spid="10" grpId="0" build="p"/>
      <p:bldP spid="11" grpId="0" build="p"/>
      <p:bldP spid="15" grpId="0"/>
      <p:bldP spid="18" grpId="0" build="p"/>
      <p:bldP spid="19" grpId="0" build="p"/>
      <p:bldP spid="22" grpId="0" build="p"/>
      <p:bldP spid="23" grpId="0" build="p"/>
      <p:bldP spid="24" grpId="0" build="p"/>
      <p:bldP spid="25" grpId="0" build="p"/>
      <p:bldP spid="27" grpId="0" build="p"/>
      <p:bldP spid="29" grpId="0" build="p"/>
      <p:bldP spid="34" grpId="0"/>
      <p:bldP spid="58" grpId="0" build="p"/>
      <p:bldP spid="62" grpId="0" build="p"/>
      <p:bldP spid="63" grpId="0" build="p"/>
      <p:bldP spid="64" grpId="0" build="p"/>
      <p:bldP spid="68" grpId="0"/>
      <p:bldP spid="71" grpId="0" build="p"/>
      <p:bldP spid="72" grpId="0" build="p"/>
      <p:bldP spid="75" grpId="0" build="p"/>
      <p:bldP spid="76" grpId="0" build="p"/>
      <p:bldP spid="77" grpId="0" build="p"/>
      <p:bldP spid="78" grpId="0" build="p"/>
      <p:bldP spid="79" grpId="0" build="p"/>
      <p:bldP spid="81" grpId="0" build="p"/>
      <p:bldP spid="92"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Recursion</a:t>
            </a:r>
            <a:endParaRPr lang="en-US" b="1" dirty="0"/>
          </a:p>
        </p:txBody>
      </p:sp>
      <p:sp>
        <p:nvSpPr>
          <p:cNvPr id="73737" name="Rectangle 9"/>
          <p:cNvSpPr>
            <a:spLocks noGrp="1" noChangeArrowheads="1"/>
          </p:cNvSpPr>
          <p:nvPr>
            <p:ph type="body" sz="half" idx="1"/>
          </p:nvPr>
        </p:nvSpPr>
        <p:spPr>
          <a:xfrm>
            <a:off x="490326" y="1868558"/>
            <a:ext cx="8726060" cy="4240702"/>
          </a:xfrm>
        </p:spPr>
        <p:txBody>
          <a:bodyPr/>
          <a:lstStyle/>
          <a:p>
            <a:pPr>
              <a:buNone/>
            </a:pPr>
            <a:r>
              <a:rPr lang="en-US" sz="2400" dirty="0" smtClean="0">
                <a:solidFill>
                  <a:srgbClr val="FF0000"/>
                </a:solidFill>
                <a:latin typeface="Century Schoolbook" pitchFamily="18" charset="0"/>
              </a:rPr>
              <a:t>Examples:</a:t>
            </a:r>
          </a:p>
          <a:p>
            <a:r>
              <a:rPr lang="en-US" sz="2400" dirty="0" smtClean="0"/>
              <a:t> a.  </a:t>
            </a:r>
            <a:r>
              <a:rPr lang="en-US" sz="2400" dirty="0" err="1" smtClean="0"/>
              <a:t>ab</a:t>
            </a:r>
            <a:endParaRPr lang="en-US" sz="2400" b="1" u="sng" dirty="0" smtClean="0"/>
          </a:p>
          <a:p>
            <a:r>
              <a:rPr lang="en-US" sz="2400" dirty="0" smtClean="0"/>
              <a:t>b.  </a:t>
            </a:r>
            <a:r>
              <a:rPr lang="en-US" sz="2400" dirty="0" err="1" smtClean="0"/>
              <a:t>aabb</a:t>
            </a:r>
            <a:endParaRPr lang="en-US" sz="2400" b="1" u="sng" dirty="0" smtClean="0"/>
          </a:p>
          <a:p>
            <a:r>
              <a:rPr lang="en-US" sz="2400" dirty="0" smtClean="0"/>
              <a:t>c.  </a:t>
            </a:r>
            <a:r>
              <a:rPr lang="en-US" sz="2400" dirty="0" err="1" smtClean="0"/>
              <a:t>aaabbb</a:t>
            </a:r>
            <a:endParaRPr lang="en-US" sz="2400" b="1" u="sng" dirty="0" smtClean="0"/>
          </a:p>
          <a:p>
            <a:r>
              <a:rPr lang="en-US" sz="2400" dirty="0" smtClean="0"/>
              <a:t>a.  The man [who the girl saw is my friend</a:t>
            </a:r>
            <a:endParaRPr lang="en-US" sz="2400" b="1" u="sng" dirty="0" smtClean="0"/>
          </a:p>
          <a:p>
            <a:r>
              <a:rPr lang="en-US" sz="2400" dirty="0" smtClean="0"/>
              <a:t>b.  The man [who the girl [who sneezed] saw] is my       friend.</a:t>
            </a:r>
            <a:endParaRPr lang="en-US" sz="2400" b="1" u="sng" dirty="0" smtClean="0"/>
          </a:p>
          <a:p>
            <a:r>
              <a:rPr lang="en-US" sz="2400" dirty="0" smtClean="0"/>
              <a:t>c.  The man [who the girl [who Peter [who knows] met] saw] is my friend.</a:t>
            </a:r>
            <a:endParaRPr lang="en-US" sz="2400" dirty="0" smtClean="0">
              <a:latin typeface="Century Schoolbook" pitchFamily="18" charset="0"/>
            </a:endParaRPr>
          </a:p>
          <a:p>
            <a:pPr>
              <a:buNone/>
            </a:pPr>
            <a:endParaRPr lang="en-US" sz="2400" dirty="0" smtClean="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blinds(horizontal)">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3737">
                                            <p:txEl>
                                              <p:pRg st="4" end="4"/>
                                            </p:txEl>
                                          </p:spTgt>
                                        </p:tgtEl>
                                        <p:attrNameLst>
                                          <p:attrName>style.visibility</p:attrName>
                                        </p:attrNameLst>
                                      </p:cBhvr>
                                      <p:to>
                                        <p:strVal val="visible"/>
                                      </p:to>
                                    </p:set>
                                    <p:animEffect transition="in" filter="blinds(horizontal)">
                                      <p:cBhvr>
                                        <p:cTn id="32" dur="500"/>
                                        <p:tgtEl>
                                          <p:spTgt spid="737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3737">
                                            <p:txEl>
                                              <p:pRg st="5" end="5"/>
                                            </p:txEl>
                                          </p:spTgt>
                                        </p:tgtEl>
                                        <p:attrNameLst>
                                          <p:attrName>style.visibility</p:attrName>
                                        </p:attrNameLst>
                                      </p:cBhvr>
                                      <p:to>
                                        <p:strVal val="visible"/>
                                      </p:to>
                                    </p:set>
                                    <p:animEffect transition="in" filter="blinds(horizontal)">
                                      <p:cBhvr>
                                        <p:cTn id="37" dur="500"/>
                                        <p:tgtEl>
                                          <p:spTgt spid="737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3737">
                                            <p:txEl>
                                              <p:pRg st="6" end="6"/>
                                            </p:txEl>
                                          </p:spTgt>
                                        </p:tgtEl>
                                        <p:attrNameLst>
                                          <p:attrName>style.visibility</p:attrName>
                                        </p:attrNameLst>
                                      </p:cBhvr>
                                      <p:to>
                                        <p:strVal val="visible"/>
                                      </p:to>
                                    </p:set>
                                    <p:animEffect transition="in" filter="blinds(horizontal)">
                                      <p:cBhvr>
                                        <p:cTn id="42" dur="500"/>
                                        <p:tgtEl>
                                          <p:spTgt spid="737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Recursion</a:t>
            </a:r>
            <a:endParaRPr lang="en-US" b="1" dirty="0"/>
          </a:p>
        </p:txBody>
      </p:sp>
      <p:sp>
        <p:nvSpPr>
          <p:cNvPr id="73737" name="Rectangle 9"/>
          <p:cNvSpPr>
            <a:spLocks noGrp="1" noChangeArrowheads="1"/>
          </p:cNvSpPr>
          <p:nvPr>
            <p:ph type="body" sz="half" idx="1"/>
          </p:nvPr>
        </p:nvSpPr>
        <p:spPr>
          <a:xfrm>
            <a:off x="490326" y="4134688"/>
            <a:ext cx="8726060" cy="1974571"/>
          </a:xfrm>
        </p:spPr>
        <p:txBody>
          <a:bodyPr/>
          <a:lstStyle/>
          <a:p>
            <a:pPr>
              <a:buNone/>
            </a:pPr>
            <a:r>
              <a:rPr lang="en-US" sz="2400" dirty="0" smtClean="0">
                <a:solidFill>
                  <a:srgbClr val="FF0000"/>
                </a:solidFill>
                <a:latin typeface="Century Schoolbook" pitchFamily="18" charset="0"/>
              </a:rPr>
              <a:t>Notice these:</a:t>
            </a:r>
          </a:p>
          <a:p>
            <a:r>
              <a:rPr lang="en-US" sz="2400" dirty="0" smtClean="0">
                <a:latin typeface="Century Schoolbook" pitchFamily="18" charset="0"/>
              </a:rPr>
              <a:t>Mary helped George.</a:t>
            </a:r>
          </a:p>
          <a:p>
            <a:r>
              <a:rPr lang="en-US" sz="2400" dirty="0" smtClean="0">
                <a:latin typeface="Century Schoolbook" pitchFamily="18" charset="0"/>
              </a:rPr>
              <a:t>Cathy knew that Mary helped George.</a:t>
            </a:r>
          </a:p>
          <a:p>
            <a:r>
              <a:rPr lang="en-US" sz="2400" dirty="0" smtClean="0">
                <a:latin typeface="Century Schoolbook" pitchFamily="18" charset="0"/>
              </a:rPr>
              <a:t>John believed that Cathy knew that Mary helped George.</a:t>
            </a:r>
          </a:p>
          <a:p>
            <a:pPr>
              <a:buNone/>
            </a:pPr>
            <a:endParaRPr lang="en-US" sz="2400" dirty="0" smtClean="0">
              <a:latin typeface="Century Schoolbook" pitchFamily="18" charset="0"/>
            </a:endParaRPr>
          </a:p>
        </p:txBody>
      </p:sp>
      <p:sp>
        <p:nvSpPr>
          <p:cNvPr id="54" name="Rectangle 9"/>
          <p:cNvSpPr txBox="1">
            <a:spLocks noChangeArrowheads="1"/>
          </p:cNvSpPr>
          <p:nvPr/>
        </p:nvSpPr>
        <p:spPr bwMode="auto">
          <a:xfrm>
            <a:off x="185531" y="1843784"/>
            <a:ext cx="8726060" cy="15620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The rules of grammar will also need</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the crucial property of </a:t>
            </a:r>
            <a:r>
              <a:rPr kumimoji="0" lang="en-US" sz="2400" b="0" i="1" u="none" strike="noStrike" kern="0" cap="none" spc="0" normalizeH="0" noProof="0" dirty="0" smtClean="0">
                <a:ln>
                  <a:noFill/>
                </a:ln>
                <a:solidFill>
                  <a:schemeClr val="tx1"/>
                </a:solidFill>
                <a:effectLst/>
                <a:uLnTx/>
                <a:uFillTx/>
                <a:latin typeface="Century Schoolbook" pitchFamily="18" charset="0"/>
                <a:ea typeface="+mn-ea"/>
                <a:cs typeface="+mn-cs"/>
              </a:rPr>
              <a:t>recursion</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In this, we can put sentences inside other sentences and these sentences can be generated  inside another sentences.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blinds(horizontal)">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
                                            <p:txEl>
                                              <p:pRg st="0" end="0"/>
                                            </p:txEl>
                                          </p:spTgt>
                                        </p:tgtEl>
                                        <p:attrNameLst>
                                          <p:attrName>style.visibility</p:attrName>
                                        </p:attrNameLst>
                                      </p:cBhvr>
                                      <p:to>
                                        <p:strVal val="visible"/>
                                      </p:to>
                                    </p:set>
                                    <p:animEffect transition="in" filter="blinds(horizontal)">
                                      <p:cBhvr>
                                        <p:cTn id="3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Complement Phrase</a:t>
            </a:r>
            <a:endParaRPr lang="en-US" b="1" dirty="0"/>
          </a:p>
        </p:txBody>
      </p:sp>
      <p:sp>
        <p:nvSpPr>
          <p:cNvPr id="73737" name="Rectangle 9"/>
          <p:cNvSpPr>
            <a:spLocks noGrp="1" noChangeArrowheads="1"/>
          </p:cNvSpPr>
          <p:nvPr>
            <p:ph type="body" sz="half" idx="1"/>
          </p:nvPr>
        </p:nvSpPr>
        <p:spPr>
          <a:xfrm>
            <a:off x="384310" y="1351769"/>
            <a:ext cx="8726060" cy="1616718"/>
          </a:xfrm>
        </p:spPr>
        <p:txBody>
          <a:bodyPr/>
          <a:lstStyle/>
          <a:p>
            <a:r>
              <a:rPr lang="en-US" sz="2400" dirty="0" smtClean="0">
                <a:latin typeface="Century Schoolbook" pitchFamily="18" charset="0"/>
              </a:rPr>
              <a:t>Mary helped George.</a:t>
            </a:r>
          </a:p>
          <a:p>
            <a:r>
              <a:rPr lang="en-US" sz="2400" dirty="0" smtClean="0">
                <a:latin typeface="Century Schoolbook" pitchFamily="18" charset="0"/>
              </a:rPr>
              <a:t>Cathy knew that Mary helped George.</a:t>
            </a:r>
          </a:p>
          <a:p>
            <a:r>
              <a:rPr lang="en-US" sz="2400" dirty="0" smtClean="0">
                <a:latin typeface="Century Schoolbook" pitchFamily="18" charset="0"/>
              </a:rPr>
              <a:t>John believed that Cathy knew that Mary helped George.</a:t>
            </a:r>
          </a:p>
          <a:p>
            <a:pPr>
              <a:buNone/>
            </a:pPr>
            <a:endParaRPr lang="en-US" sz="2400" dirty="0" smtClean="0">
              <a:latin typeface="Century Schoolbook" pitchFamily="18" charset="0"/>
            </a:endParaRPr>
          </a:p>
        </p:txBody>
      </p:sp>
      <p:sp>
        <p:nvSpPr>
          <p:cNvPr id="5" name="Rectangle 9"/>
          <p:cNvSpPr txBox="1">
            <a:spLocks noChangeArrowheads="1"/>
          </p:cNvSpPr>
          <p:nvPr/>
        </p:nvSpPr>
        <p:spPr bwMode="auto">
          <a:xfrm>
            <a:off x="463827" y="3041421"/>
            <a:ext cx="8468138" cy="1543831"/>
          </a:xfrm>
          <a:prstGeom prst="rect">
            <a:avLst/>
          </a:prstGeom>
          <a:noFill/>
          <a:ln w="57150">
            <a:solidFill>
              <a:schemeClr val="accent6">
                <a:lumMod val="75000"/>
              </a:schemeClr>
            </a:solid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tx1"/>
                </a:solidFill>
                <a:effectLst/>
                <a:uLnTx/>
                <a:uFillTx/>
                <a:latin typeface="Century Schoolbook" pitchFamily="18" charset="0"/>
                <a:ea typeface="+mn-ea"/>
                <a:cs typeface="+mn-cs"/>
              </a:rPr>
              <a:t>Traditionally</a:t>
            </a:r>
            <a:r>
              <a:rPr lang="en-US" sz="2000" kern="0" baseline="0" dirty="0" smtClean="0">
                <a:latin typeface="Century Schoolbook" pitchFamily="18" charset="0"/>
                <a:cs typeface="+mn-cs"/>
              </a:rPr>
              <a:t>, such sentences are called clauses</a:t>
            </a:r>
            <a:r>
              <a:rPr lang="en-US" sz="2000" kern="0" dirty="0" smtClean="0">
                <a:latin typeface="Century Schoolbook" pitchFamily="18" charset="0"/>
                <a:cs typeface="+mn-cs"/>
              </a:rPr>
              <a:t> (</a:t>
            </a:r>
            <a:r>
              <a:rPr lang="en-US" sz="2000" b="1" i="1" kern="0" dirty="0" smtClean="0">
                <a:latin typeface="Century Schoolbook" pitchFamily="18" charset="0"/>
                <a:cs typeface="+mn-cs"/>
              </a:rPr>
              <a:t>that-clause</a:t>
            </a:r>
            <a:r>
              <a:rPr lang="en-US" sz="2000" i="1" kern="0" dirty="0" smtClean="0">
                <a:latin typeface="Century Schoolbook" pitchFamily="18" charset="0"/>
                <a:cs typeface="+mn-cs"/>
              </a:rPr>
              <a:t>)</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tx1"/>
                </a:solidFill>
                <a:effectLst/>
                <a:uLnTx/>
                <a:uFillTx/>
                <a:latin typeface="Century Schoolbook" pitchFamily="18" charset="0"/>
                <a:ea typeface="+mn-ea"/>
                <a:cs typeface="+mn-cs"/>
              </a:rPr>
              <a:t>In the above examples, </a:t>
            </a:r>
            <a:r>
              <a:rPr kumimoji="0" lang="en-US" sz="2000" b="0" i="1" u="none" strike="noStrike" kern="0" cap="none" spc="0" normalizeH="0" baseline="0" noProof="0" dirty="0" smtClean="0">
                <a:ln>
                  <a:noFill/>
                </a:ln>
                <a:solidFill>
                  <a:schemeClr val="tx1"/>
                </a:solidFill>
                <a:effectLst/>
                <a:uLnTx/>
                <a:uFillTx/>
                <a:latin typeface="Century Schoolbook" pitchFamily="18" charset="0"/>
                <a:ea typeface="+mn-ea"/>
                <a:cs typeface="+mn-cs"/>
              </a:rPr>
              <a:t>that</a:t>
            </a:r>
            <a:r>
              <a:rPr kumimoji="0" lang="en-US" sz="2000" b="0" u="none" strike="noStrike" kern="0" cap="none" spc="0" normalizeH="0" baseline="0" noProof="0" dirty="0" smtClean="0">
                <a:ln>
                  <a:noFill/>
                </a:ln>
                <a:solidFill>
                  <a:schemeClr val="tx1"/>
                </a:solidFill>
                <a:effectLst/>
                <a:uLnTx/>
                <a:uFillTx/>
                <a:latin typeface="Century Schoolbook" pitchFamily="18" charset="0"/>
                <a:ea typeface="+mn-ea"/>
                <a:cs typeface="+mn-cs"/>
              </a:rPr>
              <a:t> is called </a:t>
            </a:r>
            <a:r>
              <a:rPr kumimoji="0" lang="en-US" sz="2000" b="1" i="1" u="none" strike="noStrike" kern="0" cap="none" spc="0" normalizeH="0" baseline="0" noProof="0" dirty="0" smtClean="0">
                <a:ln>
                  <a:noFill/>
                </a:ln>
                <a:solidFill>
                  <a:schemeClr val="tx1"/>
                </a:solidFill>
                <a:effectLst/>
                <a:uLnTx/>
                <a:uFillTx/>
                <a:latin typeface="Century Schoolbook" pitchFamily="18" charset="0"/>
                <a:ea typeface="+mn-ea"/>
                <a:cs typeface="+mn-cs"/>
              </a:rPr>
              <a:t>complementizer</a:t>
            </a:r>
            <a:r>
              <a:rPr kumimoji="0" lang="en-US" sz="2000" b="1" i="1" u="none" strike="noStrike" kern="0" cap="none" spc="0" normalizeH="0" noProof="0" dirty="0" smtClean="0">
                <a:ln>
                  <a:noFill/>
                </a:ln>
                <a:solidFill>
                  <a:schemeClr val="tx1"/>
                </a:solidFill>
                <a:effectLst/>
                <a:uLnTx/>
                <a:uFillTx/>
                <a:latin typeface="Century Schoolbook" pitchFamily="18" charset="0"/>
                <a:ea typeface="+mn-ea"/>
                <a:cs typeface="+mn-cs"/>
              </a:rPr>
              <a:t> (C).</a:t>
            </a:r>
            <a:r>
              <a:rPr kumimoji="0" lang="en-US" sz="2000" i="1" u="none" strike="noStrike" kern="0" cap="none" spc="0" normalizeH="0" noProof="0" dirty="0" smtClean="0">
                <a:ln>
                  <a:noFill/>
                </a:ln>
                <a:solidFill>
                  <a:schemeClr val="tx1"/>
                </a:solidFill>
                <a:effectLst/>
                <a:uLnTx/>
                <a:uFillTx/>
                <a:latin typeface="Century Schoolbook" pitchFamily="18" charset="0"/>
                <a:ea typeface="+mn-ea"/>
                <a:cs typeface="+mn-cs"/>
              </a:rPr>
              <a:t> </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sz="2000" kern="0" dirty="0" smtClean="0">
                <a:latin typeface="Century Schoolbook" pitchFamily="18" charset="0"/>
                <a:cs typeface="+mn-cs"/>
              </a:rPr>
              <a:t>We can say that sentences with </a:t>
            </a:r>
            <a:r>
              <a:rPr lang="en-US" sz="2000" i="1" kern="0" dirty="0" smtClean="0">
                <a:latin typeface="Century Schoolbook" pitchFamily="18" charset="0"/>
                <a:cs typeface="+mn-cs"/>
              </a:rPr>
              <a:t>that</a:t>
            </a:r>
            <a:r>
              <a:rPr lang="en-US" sz="2000" kern="0" dirty="0" smtClean="0">
                <a:latin typeface="Century Schoolbook" pitchFamily="18" charset="0"/>
                <a:cs typeface="+mn-cs"/>
              </a:rPr>
              <a:t> are </a:t>
            </a:r>
            <a:r>
              <a:rPr lang="en-US" sz="2000" b="1" i="1" kern="0" dirty="0" smtClean="0">
                <a:latin typeface="Century Schoolbook" pitchFamily="18" charset="0"/>
                <a:cs typeface="+mn-cs"/>
              </a:rPr>
              <a:t>Complement Phrase (CP).</a:t>
            </a:r>
            <a:endParaRPr kumimoji="0" lang="en-US" sz="2000" b="1" i="1"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6" name="Rectangle 9"/>
          <p:cNvSpPr txBox="1">
            <a:spLocks noChangeArrowheads="1"/>
          </p:cNvSpPr>
          <p:nvPr/>
        </p:nvSpPr>
        <p:spPr bwMode="auto">
          <a:xfrm>
            <a:off x="457691" y="4724446"/>
            <a:ext cx="3968535" cy="549918"/>
          </a:xfrm>
          <a:prstGeom prst="rect">
            <a:avLst/>
          </a:prstGeom>
          <a:noFill/>
          <a:ln w="38100">
            <a:solidFill>
              <a:schemeClr val="accent6">
                <a:lumMod val="75000"/>
              </a:schemeClr>
            </a:solid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Complement Phrase Rule</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7" name="Rectangle 9"/>
          <p:cNvSpPr txBox="1">
            <a:spLocks noChangeArrowheads="1"/>
          </p:cNvSpPr>
          <p:nvPr/>
        </p:nvSpPr>
        <p:spPr bwMode="auto">
          <a:xfrm>
            <a:off x="4784523" y="4797334"/>
            <a:ext cx="542847"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8" name="Rectangle 9"/>
          <p:cNvSpPr txBox="1">
            <a:spLocks noChangeArrowheads="1"/>
          </p:cNvSpPr>
          <p:nvPr/>
        </p:nvSpPr>
        <p:spPr bwMode="auto">
          <a:xfrm>
            <a:off x="6357537" y="4755788"/>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 VP</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9" name="Straight Arrow Connector 8"/>
          <p:cNvCxnSpPr/>
          <p:nvPr/>
        </p:nvCxnSpPr>
        <p:spPr bwMode="auto">
          <a:xfrm>
            <a:off x="5234608" y="5009301"/>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0" name="Rectangle 9"/>
          <p:cNvSpPr txBox="1">
            <a:spLocks noChangeArrowheads="1"/>
          </p:cNvSpPr>
          <p:nvPr/>
        </p:nvSpPr>
        <p:spPr bwMode="auto">
          <a:xfrm>
            <a:off x="4685134" y="5360551"/>
            <a:ext cx="655492"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6377416" y="5319005"/>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 CP</a:t>
            </a:r>
          </a:p>
        </p:txBody>
      </p:sp>
      <p:cxnSp>
        <p:nvCxnSpPr>
          <p:cNvPr id="12" name="Straight Arrow Connector 11"/>
          <p:cNvCxnSpPr/>
          <p:nvPr/>
        </p:nvCxnSpPr>
        <p:spPr bwMode="auto">
          <a:xfrm>
            <a:off x="5254487" y="557251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3" name="Rectangle 9"/>
          <p:cNvSpPr txBox="1">
            <a:spLocks noChangeArrowheads="1"/>
          </p:cNvSpPr>
          <p:nvPr/>
        </p:nvSpPr>
        <p:spPr bwMode="auto">
          <a:xfrm>
            <a:off x="4671882" y="5917142"/>
            <a:ext cx="655492"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14" name="Rectangle 9"/>
          <p:cNvSpPr txBox="1">
            <a:spLocks noChangeArrowheads="1"/>
          </p:cNvSpPr>
          <p:nvPr/>
        </p:nvSpPr>
        <p:spPr bwMode="auto">
          <a:xfrm>
            <a:off x="6364164" y="5875596"/>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  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15" name="Straight Arrow Connector 14"/>
          <p:cNvCxnSpPr/>
          <p:nvPr/>
        </p:nvCxnSpPr>
        <p:spPr bwMode="auto">
          <a:xfrm>
            <a:off x="5241235" y="6129109"/>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bg/>
                                          </p:spTgt>
                                        </p:tgtEl>
                                        <p:attrNameLst>
                                          <p:attrName>style.visibility</p:attrName>
                                        </p:attrNameLst>
                                      </p:cBhvr>
                                      <p:to>
                                        <p:strVal val="visible"/>
                                      </p:to>
                                    </p:set>
                                    <p:animEffect transition="in" filter="blinds(horizontal)">
                                      <p:cBhvr>
                                        <p:cTn id="27" dur="500"/>
                                        <p:tgtEl>
                                          <p:spTgt spid="5">
                                            <p:bg/>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blinds(horizontal)">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blinds(horizontal)">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blinds(horizontal)">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bg/>
                                          </p:spTgt>
                                        </p:tgtEl>
                                        <p:attrNameLst>
                                          <p:attrName>style.visibility</p:attrName>
                                        </p:attrNameLst>
                                      </p:cBhvr>
                                      <p:to>
                                        <p:strVal val="visible"/>
                                      </p:to>
                                    </p:set>
                                    <p:animEffect transition="in" filter="blinds(horizontal)">
                                      <p:cBhvr>
                                        <p:cTn id="47" dur="500"/>
                                        <p:tgtEl>
                                          <p:spTgt spid="6">
                                            <p:bg/>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xEl>
                                              <p:pRg st="0" end="0"/>
                                            </p:txEl>
                                          </p:spTgt>
                                        </p:tgtEl>
                                        <p:attrNameLst>
                                          <p:attrName>style.visibility</p:attrName>
                                        </p:attrNameLst>
                                      </p:cBhvr>
                                      <p:to>
                                        <p:strVal val="visible"/>
                                      </p:to>
                                    </p:set>
                                    <p:animEffect transition="in" filter="blinds(horizontal)">
                                      <p:cBhvr>
                                        <p:cTn id="52" dur="500"/>
                                        <p:tgtEl>
                                          <p:spTgt spid="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
                                            <p:txEl>
                                              <p:pRg st="0" end="0"/>
                                            </p:txEl>
                                          </p:spTgt>
                                        </p:tgtEl>
                                        <p:attrNameLst>
                                          <p:attrName>style.visibility</p:attrName>
                                        </p:attrNameLst>
                                      </p:cBhvr>
                                      <p:to>
                                        <p:strVal val="visible"/>
                                      </p:to>
                                    </p:set>
                                    <p:animEffect transition="in" filter="blinds(horizontal)">
                                      <p:cBhvr>
                                        <p:cTn id="57" dur="500"/>
                                        <p:tgtEl>
                                          <p:spTgt spid="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linds(horizontal)">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0">
                                            <p:txEl>
                                              <p:pRg st="0" end="0"/>
                                            </p:txEl>
                                          </p:spTgt>
                                        </p:tgtEl>
                                        <p:attrNameLst>
                                          <p:attrName>style.visibility</p:attrName>
                                        </p:attrNameLst>
                                      </p:cBhvr>
                                      <p:to>
                                        <p:strVal val="visible"/>
                                      </p:to>
                                    </p:set>
                                    <p:animEffect transition="in" filter="blinds(horizontal)">
                                      <p:cBhvr>
                                        <p:cTn id="72" dur="500"/>
                                        <p:tgtEl>
                                          <p:spTgt spid="10">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blinds(horizontal)">
                                      <p:cBhvr>
                                        <p:cTn id="82" dur="5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3">
                                            <p:txEl>
                                              <p:pRg st="0" end="0"/>
                                            </p:txEl>
                                          </p:spTgt>
                                        </p:tgtEl>
                                        <p:attrNameLst>
                                          <p:attrName>style.visibility</p:attrName>
                                        </p:attrNameLst>
                                      </p:cBhvr>
                                      <p:to>
                                        <p:strVal val="visible"/>
                                      </p:to>
                                    </p:set>
                                    <p:animEffect transition="in" filter="blinds(horizontal)">
                                      <p:cBhvr>
                                        <p:cTn id="87" dur="500"/>
                                        <p:tgtEl>
                                          <p:spTgt spid="13">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blinds(horizontal)">
                                      <p:cBhvr>
                                        <p:cTn id="9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animBg="1"/>
      <p:bldP spid="6" grpId="0" build="p" animBg="1"/>
      <p:bldP spid="7" grpId="0" build="p"/>
      <p:bldP spid="8" grpId="0"/>
      <p:bldP spid="10" grpId="0" build="p"/>
      <p:bldP spid="11" grpId="0"/>
      <p:bldP spid="13" grpId="0" build="p"/>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Complement Phrase</a:t>
            </a:r>
            <a:endParaRPr lang="en-US" b="1" dirty="0"/>
          </a:p>
        </p:txBody>
      </p:sp>
      <p:sp>
        <p:nvSpPr>
          <p:cNvPr id="73737" name="Rectangle 9"/>
          <p:cNvSpPr>
            <a:spLocks noGrp="1" noChangeArrowheads="1"/>
          </p:cNvSpPr>
          <p:nvPr>
            <p:ph type="body" sz="half" idx="1"/>
          </p:nvPr>
        </p:nvSpPr>
        <p:spPr>
          <a:xfrm>
            <a:off x="4121426" y="1351769"/>
            <a:ext cx="5022574" cy="887848"/>
          </a:xfrm>
        </p:spPr>
        <p:txBody>
          <a:bodyPr/>
          <a:lstStyle/>
          <a:p>
            <a:pPr>
              <a:buNone/>
            </a:pPr>
            <a:r>
              <a:rPr lang="en-US" sz="2400" dirty="0" smtClean="0">
                <a:latin typeface="Century Schoolbook" pitchFamily="18" charset="0"/>
              </a:rPr>
              <a:t>	John believed that Cathy knew that Mary helped George.</a:t>
            </a:r>
          </a:p>
          <a:p>
            <a:pPr>
              <a:buNone/>
            </a:pPr>
            <a:endParaRPr lang="en-US" sz="2400" dirty="0" smtClean="0">
              <a:latin typeface="Century Schoolbook" pitchFamily="18" charset="0"/>
            </a:endParaRPr>
          </a:p>
        </p:txBody>
      </p:sp>
      <p:sp>
        <p:nvSpPr>
          <p:cNvPr id="16" name="Rectangle 9"/>
          <p:cNvSpPr txBox="1">
            <a:spLocks noChangeArrowheads="1"/>
          </p:cNvSpPr>
          <p:nvPr/>
        </p:nvSpPr>
        <p:spPr bwMode="auto">
          <a:xfrm>
            <a:off x="974029" y="1212629"/>
            <a:ext cx="337936"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18" name="Straight Connector 17"/>
          <p:cNvCxnSpPr>
            <a:stCxn id="16" idx="2"/>
          </p:cNvCxnSpPr>
          <p:nvPr/>
        </p:nvCxnSpPr>
        <p:spPr bwMode="auto">
          <a:xfrm rot="5400000">
            <a:off x="680829" y="1565422"/>
            <a:ext cx="337930" cy="5864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a:stCxn id="16" idx="2"/>
          </p:cNvCxnSpPr>
          <p:nvPr/>
        </p:nvCxnSpPr>
        <p:spPr bwMode="auto">
          <a:xfrm rot="16200000" flipH="1">
            <a:off x="1270552" y="1562105"/>
            <a:ext cx="324677" cy="57978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Rectangle 9"/>
          <p:cNvSpPr txBox="1">
            <a:spLocks noChangeArrowheads="1"/>
          </p:cNvSpPr>
          <p:nvPr/>
        </p:nvSpPr>
        <p:spPr bwMode="auto">
          <a:xfrm>
            <a:off x="172278" y="1974630"/>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1398104" y="1954752"/>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7" name="Straight Connector 26"/>
          <p:cNvCxnSpPr>
            <a:stCxn id="24" idx="2"/>
          </p:cNvCxnSpPr>
          <p:nvPr/>
        </p:nvCxnSpPr>
        <p:spPr bwMode="auto">
          <a:xfrm rot="5400000">
            <a:off x="-897833" y="3839825"/>
            <a:ext cx="2782955"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rot="10800000" flipV="1">
            <a:off x="1205948" y="2358895"/>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1745971" y="2358894"/>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0" name="Rectangle 9"/>
          <p:cNvSpPr txBox="1">
            <a:spLocks noChangeArrowheads="1"/>
          </p:cNvSpPr>
          <p:nvPr/>
        </p:nvSpPr>
        <p:spPr bwMode="auto">
          <a:xfrm>
            <a:off x="940903" y="2425205"/>
            <a:ext cx="450575"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1" name="Rectangle 9"/>
          <p:cNvSpPr txBox="1">
            <a:spLocks noChangeArrowheads="1"/>
          </p:cNvSpPr>
          <p:nvPr/>
        </p:nvSpPr>
        <p:spPr bwMode="auto">
          <a:xfrm>
            <a:off x="2034207" y="2405326"/>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4" name="Straight Connector 33"/>
          <p:cNvCxnSpPr/>
          <p:nvPr/>
        </p:nvCxnSpPr>
        <p:spPr bwMode="auto">
          <a:xfrm rot="10800000" flipV="1">
            <a:off x="1914939" y="2802843"/>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2454962" y="2802842"/>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Rectangle 9"/>
          <p:cNvSpPr txBox="1">
            <a:spLocks noChangeArrowheads="1"/>
          </p:cNvSpPr>
          <p:nvPr/>
        </p:nvSpPr>
        <p:spPr bwMode="auto">
          <a:xfrm>
            <a:off x="1616764" y="2849273"/>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7" name="Rectangle 9"/>
          <p:cNvSpPr txBox="1">
            <a:spLocks noChangeArrowheads="1"/>
          </p:cNvSpPr>
          <p:nvPr/>
        </p:nvSpPr>
        <p:spPr bwMode="auto">
          <a:xfrm>
            <a:off x="2895599" y="2869151"/>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8" name="Straight Connector 37"/>
          <p:cNvCxnSpPr/>
          <p:nvPr/>
        </p:nvCxnSpPr>
        <p:spPr bwMode="auto">
          <a:xfrm rot="10800000" flipV="1">
            <a:off x="2650434" y="3233539"/>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a:off x="3190457" y="3233538"/>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1" name="Rectangle 9"/>
          <p:cNvSpPr txBox="1">
            <a:spLocks noChangeArrowheads="1"/>
          </p:cNvSpPr>
          <p:nvPr/>
        </p:nvSpPr>
        <p:spPr bwMode="auto">
          <a:xfrm>
            <a:off x="2266123" y="3266718"/>
            <a:ext cx="63610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42" name="Rectangle 9"/>
          <p:cNvSpPr txBox="1">
            <a:spLocks noChangeArrowheads="1"/>
          </p:cNvSpPr>
          <p:nvPr/>
        </p:nvSpPr>
        <p:spPr bwMode="auto">
          <a:xfrm>
            <a:off x="3617843" y="3313100"/>
            <a:ext cx="62285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43" name="Straight Connector 42"/>
          <p:cNvCxnSpPr/>
          <p:nvPr/>
        </p:nvCxnSpPr>
        <p:spPr bwMode="auto">
          <a:xfrm rot="10800000" flipV="1">
            <a:off x="3544957" y="3650982"/>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4084980" y="3650981"/>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5" name="Rectangle 9"/>
          <p:cNvSpPr txBox="1">
            <a:spLocks noChangeArrowheads="1"/>
          </p:cNvSpPr>
          <p:nvPr/>
        </p:nvSpPr>
        <p:spPr bwMode="auto">
          <a:xfrm>
            <a:off x="3279912" y="3717292"/>
            <a:ext cx="450575"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46" name="Rectangle 9"/>
          <p:cNvSpPr txBox="1">
            <a:spLocks noChangeArrowheads="1"/>
          </p:cNvSpPr>
          <p:nvPr/>
        </p:nvSpPr>
        <p:spPr bwMode="auto">
          <a:xfrm>
            <a:off x="4373216" y="3697413"/>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47" name="Straight Connector 46"/>
          <p:cNvCxnSpPr/>
          <p:nvPr/>
        </p:nvCxnSpPr>
        <p:spPr bwMode="auto">
          <a:xfrm rot="10800000" flipV="1">
            <a:off x="4253948" y="4094930"/>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4793971" y="4094929"/>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9" name="Rectangle 9"/>
          <p:cNvSpPr txBox="1">
            <a:spLocks noChangeArrowheads="1"/>
          </p:cNvSpPr>
          <p:nvPr/>
        </p:nvSpPr>
        <p:spPr bwMode="auto">
          <a:xfrm>
            <a:off x="3955773" y="4141360"/>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0" name="Rectangle 9"/>
          <p:cNvSpPr txBox="1">
            <a:spLocks noChangeArrowheads="1"/>
          </p:cNvSpPr>
          <p:nvPr/>
        </p:nvSpPr>
        <p:spPr bwMode="auto">
          <a:xfrm>
            <a:off x="5234608" y="4161238"/>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51" name="Straight Connector 50"/>
          <p:cNvCxnSpPr/>
          <p:nvPr/>
        </p:nvCxnSpPr>
        <p:spPr bwMode="auto">
          <a:xfrm rot="10800000" flipV="1">
            <a:off x="4989443" y="4525626"/>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5529466" y="4525625"/>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3" name="Rectangle 9"/>
          <p:cNvSpPr txBox="1">
            <a:spLocks noChangeArrowheads="1"/>
          </p:cNvSpPr>
          <p:nvPr/>
        </p:nvSpPr>
        <p:spPr bwMode="auto">
          <a:xfrm>
            <a:off x="4605132" y="4558805"/>
            <a:ext cx="63610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4" name="Rectangle 9"/>
          <p:cNvSpPr txBox="1">
            <a:spLocks noChangeArrowheads="1"/>
          </p:cNvSpPr>
          <p:nvPr/>
        </p:nvSpPr>
        <p:spPr bwMode="auto">
          <a:xfrm>
            <a:off x="5956852" y="4605187"/>
            <a:ext cx="62285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7" name="Rectangle 9"/>
          <p:cNvSpPr txBox="1">
            <a:spLocks noChangeArrowheads="1"/>
          </p:cNvSpPr>
          <p:nvPr/>
        </p:nvSpPr>
        <p:spPr bwMode="auto">
          <a:xfrm>
            <a:off x="178906" y="5148486"/>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59" name="Straight Connector 58"/>
          <p:cNvCxnSpPr>
            <a:stCxn id="57" idx="2"/>
          </p:cNvCxnSpPr>
          <p:nvPr/>
        </p:nvCxnSpPr>
        <p:spPr bwMode="auto">
          <a:xfrm rot="5400000">
            <a:off x="347856" y="5781244"/>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30" idx="2"/>
          </p:cNvCxnSpPr>
          <p:nvPr/>
        </p:nvCxnSpPr>
        <p:spPr bwMode="auto">
          <a:xfrm rot="5400000">
            <a:off x="-354492" y="4389787"/>
            <a:ext cx="304136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Straight Connector 62"/>
          <p:cNvCxnSpPr>
            <a:stCxn id="36" idx="2"/>
          </p:cNvCxnSpPr>
          <p:nvPr/>
        </p:nvCxnSpPr>
        <p:spPr bwMode="auto">
          <a:xfrm rot="5400000">
            <a:off x="526777" y="4581943"/>
            <a:ext cx="2617298" cy="397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5" name="Straight Connector 64"/>
          <p:cNvCxnSpPr>
            <a:stCxn id="41" idx="2"/>
          </p:cNvCxnSpPr>
          <p:nvPr/>
        </p:nvCxnSpPr>
        <p:spPr bwMode="auto">
          <a:xfrm rot="16200000" flipH="1">
            <a:off x="1888439" y="4406352"/>
            <a:ext cx="1404722" cy="1325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6" name="Rectangle 9"/>
          <p:cNvSpPr txBox="1">
            <a:spLocks noChangeArrowheads="1"/>
          </p:cNvSpPr>
          <p:nvPr/>
        </p:nvSpPr>
        <p:spPr bwMode="auto">
          <a:xfrm>
            <a:off x="2279350" y="5155114"/>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67" name="Straight Connector 66"/>
          <p:cNvCxnSpPr/>
          <p:nvPr/>
        </p:nvCxnSpPr>
        <p:spPr bwMode="auto">
          <a:xfrm rot="5400000">
            <a:off x="2421796" y="5761368"/>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9" name="Straight Connector 68"/>
          <p:cNvCxnSpPr>
            <a:stCxn id="45" idx="2"/>
          </p:cNvCxnSpPr>
          <p:nvPr/>
        </p:nvCxnSpPr>
        <p:spPr bwMode="auto">
          <a:xfrm rot="5400000">
            <a:off x="2613996" y="5032517"/>
            <a:ext cx="1762531" cy="1987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1" name="Straight Connector 70"/>
          <p:cNvCxnSpPr>
            <a:stCxn id="49" idx="2"/>
          </p:cNvCxnSpPr>
          <p:nvPr/>
        </p:nvCxnSpPr>
        <p:spPr bwMode="auto">
          <a:xfrm rot="5400000">
            <a:off x="3521769" y="5251177"/>
            <a:ext cx="1338463" cy="662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3" name="Straight Connector 72"/>
          <p:cNvCxnSpPr>
            <a:stCxn id="53" idx="2"/>
          </p:cNvCxnSpPr>
          <p:nvPr/>
        </p:nvCxnSpPr>
        <p:spPr bwMode="auto">
          <a:xfrm rot="5400000">
            <a:off x="4823797" y="5095465"/>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4" name="Rectangle 9"/>
          <p:cNvSpPr txBox="1">
            <a:spLocks noChangeArrowheads="1"/>
          </p:cNvSpPr>
          <p:nvPr/>
        </p:nvSpPr>
        <p:spPr bwMode="auto">
          <a:xfrm>
            <a:off x="4618358" y="5135236"/>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75" name="Straight Connector 74"/>
          <p:cNvCxnSpPr/>
          <p:nvPr/>
        </p:nvCxnSpPr>
        <p:spPr bwMode="auto">
          <a:xfrm rot="5400000">
            <a:off x="4760807" y="5714986"/>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6" name="Straight Connector 75"/>
          <p:cNvCxnSpPr/>
          <p:nvPr/>
        </p:nvCxnSpPr>
        <p:spPr bwMode="auto">
          <a:xfrm rot="10800000" flipV="1">
            <a:off x="5711691" y="4956321"/>
            <a:ext cx="526771" cy="1325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7" name="Straight Connector 76"/>
          <p:cNvCxnSpPr/>
          <p:nvPr/>
        </p:nvCxnSpPr>
        <p:spPr bwMode="auto">
          <a:xfrm>
            <a:off x="6238462" y="4956320"/>
            <a:ext cx="506900" cy="9276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8" name="Rectangle 9"/>
          <p:cNvSpPr txBox="1">
            <a:spLocks noChangeArrowheads="1"/>
          </p:cNvSpPr>
          <p:nvPr/>
        </p:nvSpPr>
        <p:spPr bwMode="auto">
          <a:xfrm>
            <a:off x="5526158" y="4996125"/>
            <a:ext cx="490330"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81" name="Rectangle 9"/>
          <p:cNvSpPr txBox="1">
            <a:spLocks noChangeArrowheads="1"/>
          </p:cNvSpPr>
          <p:nvPr/>
        </p:nvSpPr>
        <p:spPr bwMode="auto">
          <a:xfrm>
            <a:off x="6692323" y="4916575"/>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82" name="Straight Connector 81"/>
          <p:cNvCxnSpPr/>
          <p:nvPr/>
        </p:nvCxnSpPr>
        <p:spPr bwMode="auto">
          <a:xfrm rot="5400000">
            <a:off x="6924258" y="5353879"/>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3" name="Rectangle 9"/>
          <p:cNvSpPr txBox="1">
            <a:spLocks noChangeArrowheads="1"/>
          </p:cNvSpPr>
          <p:nvPr/>
        </p:nvSpPr>
        <p:spPr bwMode="auto">
          <a:xfrm>
            <a:off x="6652567" y="5393653"/>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90" name="Straight Connector 89"/>
          <p:cNvCxnSpPr/>
          <p:nvPr/>
        </p:nvCxnSpPr>
        <p:spPr bwMode="auto">
          <a:xfrm rot="5400000">
            <a:off x="5589059" y="5695110"/>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rot="5400000">
            <a:off x="6838122" y="5824327"/>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3" name="Rectangle 9"/>
          <p:cNvSpPr txBox="1">
            <a:spLocks noChangeArrowheads="1"/>
          </p:cNvSpPr>
          <p:nvPr/>
        </p:nvSpPr>
        <p:spPr bwMode="auto">
          <a:xfrm>
            <a:off x="178904" y="5970152"/>
            <a:ext cx="8806070" cy="68243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1800" b="0" i="0" u="none" strike="noStrike" kern="0" cap="none" spc="0" normalizeH="0" baseline="0" noProof="0" dirty="0" smtClean="0">
                <a:ln>
                  <a:noFill/>
                </a:ln>
                <a:solidFill>
                  <a:schemeClr val="tx1"/>
                </a:solidFill>
                <a:effectLst/>
                <a:uLnTx/>
                <a:uFillTx/>
                <a:latin typeface="Century Schoolbook" pitchFamily="18" charset="0"/>
                <a:ea typeface="+mn-ea"/>
                <a:cs typeface="+mn-cs"/>
              </a:rPr>
              <a:t>John believed that Cathy    knew  that    Mary    helped     George.</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blinds(horizontal)">
                                      <p:cBhvr>
                                        <p:cTn id="17" dur="5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blinds(horizontal)">
                                      <p:cBhvr>
                                        <p:cTn id="22" dur="500"/>
                                        <p:tgtEl>
                                          <p:spTgt spid="16">
                                            <p:txEl>
                                              <p:pRg st="0" end="0"/>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linds(horizontal)">
                                      <p:cBhvr>
                                        <p:cTn id="25" dur="500"/>
                                        <p:tgtEl>
                                          <p:spTgt spid="18"/>
                                        </p:tgtEl>
                                      </p:cBhvr>
                                    </p:animEffect>
                                  </p:childTnLst>
                                </p:cTn>
                              </p:par>
                              <p:par>
                                <p:cTn id="26" presetID="3" presetClass="entr" presetSubtype="1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4">
                                            <p:txEl>
                                              <p:pRg st="0" end="0"/>
                                            </p:txEl>
                                          </p:spTgt>
                                        </p:tgtEl>
                                        <p:attrNameLst>
                                          <p:attrName>style.visibility</p:attrName>
                                        </p:attrNameLst>
                                      </p:cBhvr>
                                      <p:to>
                                        <p:strVal val="visible"/>
                                      </p:to>
                                    </p:set>
                                    <p:animEffect transition="in" filter="blinds(horizontal)">
                                      <p:cBhvr>
                                        <p:cTn id="33" dur="500"/>
                                        <p:tgtEl>
                                          <p:spTgt spid="2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1" nodeType="clickEffect">
                                  <p:stCondLst>
                                    <p:cond delay="0"/>
                                  </p:stCondLst>
                                  <p:childTnLst>
                                    <p:set>
                                      <p:cBhvr>
                                        <p:cTn id="37" dur="1" fill="hold">
                                          <p:stCondLst>
                                            <p:cond delay="0"/>
                                          </p:stCondLst>
                                        </p:cTn>
                                        <p:tgtEl>
                                          <p:spTgt spid="24">
                                            <p:txEl>
                                              <p:pRg st="0" end="0"/>
                                            </p:txEl>
                                          </p:spTgt>
                                        </p:tgtEl>
                                        <p:attrNameLst>
                                          <p:attrName>style.visibility</p:attrName>
                                        </p:attrNameLst>
                                      </p:cBhvr>
                                      <p:to>
                                        <p:strVal val="visible"/>
                                      </p:to>
                                    </p:set>
                                    <p:animEffect transition="in" filter="blinds(horizontal)">
                                      <p:cBhvr>
                                        <p:cTn id="38" dur="500"/>
                                        <p:tgtEl>
                                          <p:spTgt spid="2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5">
                                            <p:txEl>
                                              <p:pRg st="0" end="0"/>
                                            </p:txEl>
                                          </p:spTgt>
                                        </p:tgtEl>
                                        <p:attrNameLst>
                                          <p:attrName>style.visibility</p:attrName>
                                        </p:attrNameLst>
                                      </p:cBhvr>
                                      <p:to>
                                        <p:strVal val="visible"/>
                                      </p:to>
                                    </p:set>
                                    <p:animEffect transition="in" filter="blinds(horizontal)">
                                      <p:cBhvr>
                                        <p:cTn id="43" dur="500"/>
                                        <p:tgtEl>
                                          <p:spTgt spid="25">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1" nodeType="clickEffect">
                                  <p:stCondLst>
                                    <p:cond delay="0"/>
                                  </p:stCondLst>
                                  <p:childTnLst>
                                    <p:set>
                                      <p:cBhvr>
                                        <p:cTn id="47" dur="1" fill="hold">
                                          <p:stCondLst>
                                            <p:cond delay="0"/>
                                          </p:stCondLst>
                                        </p:cTn>
                                        <p:tgtEl>
                                          <p:spTgt spid="25">
                                            <p:txEl>
                                              <p:pRg st="0" end="0"/>
                                            </p:txEl>
                                          </p:spTgt>
                                        </p:tgtEl>
                                        <p:attrNameLst>
                                          <p:attrName>style.visibility</p:attrName>
                                        </p:attrNameLst>
                                      </p:cBhvr>
                                      <p:to>
                                        <p:strVal val="visible"/>
                                      </p:to>
                                    </p:set>
                                    <p:animEffect transition="in" filter="blinds(horizontal)">
                                      <p:cBhvr>
                                        <p:cTn id="48" dur="500"/>
                                        <p:tgtEl>
                                          <p:spTgt spid="25">
                                            <p:txEl>
                                              <p:pRg st="0" end="0"/>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blinds(horizontal)">
                                      <p:cBhvr>
                                        <p:cTn id="51" dur="500"/>
                                        <p:tgtEl>
                                          <p:spTgt spid="28"/>
                                        </p:tgtEl>
                                      </p:cBhvr>
                                    </p:animEffect>
                                  </p:childTnLst>
                                </p:cTn>
                              </p:par>
                              <p:par>
                                <p:cTn id="52" presetID="3" presetClass="entr" presetSubtype="1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linds(horizontal)">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Effect transition="in" filter="blinds(horizontal)">
                                      <p:cBhvr>
                                        <p:cTn id="59" dur="500"/>
                                        <p:tgtEl>
                                          <p:spTgt spid="30">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1" nodeType="clickEffect">
                                  <p:stCondLst>
                                    <p:cond delay="0"/>
                                  </p:stCondLst>
                                  <p:childTnLst>
                                    <p:set>
                                      <p:cBhvr>
                                        <p:cTn id="63" dur="1" fill="hold">
                                          <p:stCondLst>
                                            <p:cond delay="0"/>
                                          </p:stCondLst>
                                        </p:cTn>
                                        <p:tgtEl>
                                          <p:spTgt spid="30">
                                            <p:txEl>
                                              <p:pRg st="0" end="0"/>
                                            </p:txEl>
                                          </p:spTgt>
                                        </p:tgtEl>
                                        <p:attrNameLst>
                                          <p:attrName>style.visibility</p:attrName>
                                        </p:attrNameLst>
                                      </p:cBhvr>
                                      <p:to>
                                        <p:strVal val="visible"/>
                                      </p:to>
                                    </p:set>
                                    <p:animEffect transition="in" filter="blinds(horizontal)">
                                      <p:cBhvr>
                                        <p:cTn id="64" dur="500"/>
                                        <p:tgtEl>
                                          <p:spTgt spid="30">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
                                            <p:txEl>
                                              <p:pRg st="0" end="0"/>
                                            </p:txEl>
                                          </p:spTgt>
                                        </p:tgtEl>
                                        <p:attrNameLst>
                                          <p:attrName>style.visibility</p:attrName>
                                        </p:attrNameLst>
                                      </p:cBhvr>
                                      <p:to>
                                        <p:strVal val="visible"/>
                                      </p:to>
                                    </p:set>
                                    <p:animEffect transition="in" filter="blinds(horizontal)">
                                      <p:cBhvr>
                                        <p:cTn id="69" dur="500"/>
                                        <p:tgtEl>
                                          <p:spTgt spid="31">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1" nodeType="clickEffect">
                                  <p:stCondLst>
                                    <p:cond delay="0"/>
                                  </p:stCondLst>
                                  <p:childTnLst>
                                    <p:set>
                                      <p:cBhvr>
                                        <p:cTn id="73" dur="1" fill="hold">
                                          <p:stCondLst>
                                            <p:cond delay="0"/>
                                          </p:stCondLst>
                                        </p:cTn>
                                        <p:tgtEl>
                                          <p:spTgt spid="31">
                                            <p:txEl>
                                              <p:pRg st="0" end="0"/>
                                            </p:txEl>
                                          </p:spTgt>
                                        </p:tgtEl>
                                        <p:attrNameLst>
                                          <p:attrName>style.visibility</p:attrName>
                                        </p:attrNameLst>
                                      </p:cBhvr>
                                      <p:to>
                                        <p:strVal val="visible"/>
                                      </p:to>
                                    </p:set>
                                    <p:animEffect transition="in" filter="blinds(horizontal)">
                                      <p:cBhvr>
                                        <p:cTn id="74" dur="500"/>
                                        <p:tgtEl>
                                          <p:spTgt spid="31">
                                            <p:txEl>
                                              <p:pRg st="0" end="0"/>
                                            </p:txEl>
                                          </p:spTgt>
                                        </p:tgtEl>
                                      </p:cBhvr>
                                    </p:animEffect>
                                  </p:childTnLst>
                                </p:cTn>
                              </p:par>
                              <p:par>
                                <p:cTn id="75" presetID="3" presetClass="entr" presetSubtype="1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blinds(horizontal)">
                                      <p:cBhvr>
                                        <p:cTn id="77" dur="500"/>
                                        <p:tgtEl>
                                          <p:spTgt spid="34"/>
                                        </p:tgtEl>
                                      </p:cBhvr>
                                    </p:animEffect>
                                  </p:childTnLst>
                                </p:cTn>
                              </p:par>
                              <p:par>
                                <p:cTn id="78" presetID="3" presetClass="entr" presetSubtype="10" fill="hold"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blinds(horizontal)">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6">
                                            <p:txEl>
                                              <p:pRg st="0" end="0"/>
                                            </p:txEl>
                                          </p:spTgt>
                                        </p:tgtEl>
                                        <p:attrNameLst>
                                          <p:attrName>style.visibility</p:attrName>
                                        </p:attrNameLst>
                                      </p:cBhvr>
                                      <p:to>
                                        <p:strVal val="visible"/>
                                      </p:to>
                                    </p:set>
                                    <p:animEffect transition="in" filter="blinds(horizontal)">
                                      <p:cBhvr>
                                        <p:cTn id="85" dur="500"/>
                                        <p:tgtEl>
                                          <p:spTgt spid="36">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1" nodeType="clickEffect">
                                  <p:stCondLst>
                                    <p:cond delay="0"/>
                                  </p:stCondLst>
                                  <p:childTnLst>
                                    <p:set>
                                      <p:cBhvr>
                                        <p:cTn id="89" dur="1" fill="hold">
                                          <p:stCondLst>
                                            <p:cond delay="0"/>
                                          </p:stCondLst>
                                        </p:cTn>
                                        <p:tgtEl>
                                          <p:spTgt spid="36">
                                            <p:txEl>
                                              <p:pRg st="0" end="0"/>
                                            </p:txEl>
                                          </p:spTgt>
                                        </p:tgtEl>
                                        <p:attrNameLst>
                                          <p:attrName>style.visibility</p:attrName>
                                        </p:attrNameLst>
                                      </p:cBhvr>
                                      <p:to>
                                        <p:strVal val="visible"/>
                                      </p:to>
                                    </p:set>
                                    <p:animEffect transition="in" filter="blinds(horizontal)">
                                      <p:cBhvr>
                                        <p:cTn id="90" dur="500"/>
                                        <p:tgtEl>
                                          <p:spTgt spid="36">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Effect transition="in" filter="blinds(horizontal)">
                                      <p:cBhvr>
                                        <p:cTn id="95" dur="500"/>
                                        <p:tgtEl>
                                          <p:spTgt spid="3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1" nodeType="clickEffect">
                                  <p:stCondLst>
                                    <p:cond delay="0"/>
                                  </p:stCondLst>
                                  <p:childTnLst>
                                    <p:set>
                                      <p:cBhvr>
                                        <p:cTn id="99" dur="1" fill="hold">
                                          <p:stCondLst>
                                            <p:cond delay="0"/>
                                          </p:stCondLst>
                                        </p:cTn>
                                        <p:tgtEl>
                                          <p:spTgt spid="37">
                                            <p:txEl>
                                              <p:pRg st="0" end="0"/>
                                            </p:txEl>
                                          </p:spTgt>
                                        </p:tgtEl>
                                        <p:attrNameLst>
                                          <p:attrName>style.visibility</p:attrName>
                                        </p:attrNameLst>
                                      </p:cBhvr>
                                      <p:to>
                                        <p:strVal val="visible"/>
                                      </p:to>
                                    </p:set>
                                    <p:animEffect transition="in" filter="blinds(horizontal)">
                                      <p:cBhvr>
                                        <p:cTn id="100" dur="500"/>
                                        <p:tgtEl>
                                          <p:spTgt spid="37">
                                            <p:txEl>
                                              <p:pRg st="0" end="0"/>
                                            </p:txEl>
                                          </p:spTgt>
                                        </p:tgtEl>
                                      </p:cBhvr>
                                    </p:animEffect>
                                  </p:childTnLst>
                                </p:cTn>
                              </p:par>
                              <p:par>
                                <p:cTn id="101" presetID="3" presetClass="entr" presetSubtype="1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linds(horizontal)">
                                      <p:cBhvr>
                                        <p:cTn id="103" dur="500"/>
                                        <p:tgtEl>
                                          <p:spTgt spid="38"/>
                                        </p:tgtEl>
                                      </p:cBhvr>
                                    </p:animEffect>
                                  </p:childTnLst>
                                </p:cTn>
                              </p:par>
                              <p:par>
                                <p:cTn id="104" presetID="3" presetClass="entr" presetSubtype="1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linds(horizontal)">
                                      <p:cBhvr>
                                        <p:cTn id="106" dur="5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41">
                                            <p:txEl>
                                              <p:pRg st="0" end="0"/>
                                            </p:txEl>
                                          </p:spTgt>
                                        </p:tgtEl>
                                        <p:attrNameLst>
                                          <p:attrName>style.visibility</p:attrName>
                                        </p:attrNameLst>
                                      </p:cBhvr>
                                      <p:to>
                                        <p:strVal val="visible"/>
                                      </p:to>
                                    </p:set>
                                    <p:animEffect transition="in" filter="blinds(horizontal)">
                                      <p:cBhvr>
                                        <p:cTn id="111" dur="500"/>
                                        <p:tgtEl>
                                          <p:spTgt spid="41">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1" nodeType="clickEffect">
                                  <p:stCondLst>
                                    <p:cond delay="0"/>
                                  </p:stCondLst>
                                  <p:childTnLst>
                                    <p:set>
                                      <p:cBhvr>
                                        <p:cTn id="115" dur="1" fill="hold">
                                          <p:stCondLst>
                                            <p:cond delay="0"/>
                                          </p:stCondLst>
                                        </p:cTn>
                                        <p:tgtEl>
                                          <p:spTgt spid="41">
                                            <p:txEl>
                                              <p:pRg st="0" end="0"/>
                                            </p:txEl>
                                          </p:spTgt>
                                        </p:tgtEl>
                                        <p:attrNameLst>
                                          <p:attrName>style.visibility</p:attrName>
                                        </p:attrNameLst>
                                      </p:cBhvr>
                                      <p:to>
                                        <p:strVal val="visible"/>
                                      </p:to>
                                    </p:set>
                                    <p:animEffect transition="in" filter="blinds(horizontal)">
                                      <p:cBhvr>
                                        <p:cTn id="116" dur="500"/>
                                        <p:tgtEl>
                                          <p:spTgt spid="41">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42">
                                            <p:txEl>
                                              <p:pRg st="0" end="0"/>
                                            </p:txEl>
                                          </p:spTgt>
                                        </p:tgtEl>
                                        <p:attrNameLst>
                                          <p:attrName>style.visibility</p:attrName>
                                        </p:attrNameLst>
                                      </p:cBhvr>
                                      <p:to>
                                        <p:strVal val="visible"/>
                                      </p:to>
                                    </p:set>
                                    <p:animEffect transition="in" filter="blinds(horizontal)">
                                      <p:cBhvr>
                                        <p:cTn id="121" dur="500"/>
                                        <p:tgtEl>
                                          <p:spTgt spid="42">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1" nodeType="clickEffect">
                                  <p:stCondLst>
                                    <p:cond delay="0"/>
                                  </p:stCondLst>
                                  <p:childTnLst>
                                    <p:set>
                                      <p:cBhvr>
                                        <p:cTn id="125" dur="1" fill="hold">
                                          <p:stCondLst>
                                            <p:cond delay="0"/>
                                          </p:stCondLst>
                                        </p:cTn>
                                        <p:tgtEl>
                                          <p:spTgt spid="42">
                                            <p:txEl>
                                              <p:pRg st="0" end="0"/>
                                            </p:txEl>
                                          </p:spTgt>
                                        </p:tgtEl>
                                        <p:attrNameLst>
                                          <p:attrName>style.visibility</p:attrName>
                                        </p:attrNameLst>
                                      </p:cBhvr>
                                      <p:to>
                                        <p:strVal val="visible"/>
                                      </p:to>
                                    </p:set>
                                    <p:animEffect transition="in" filter="blinds(horizontal)">
                                      <p:cBhvr>
                                        <p:cTn id="126" dur="500"/>
                                        <p:tgtEl>
                                          <p:spTgt spid="42">
                                            <p:txEl>
                                              <p:pRg st="0" end="0"/>
                                            </p:txEl>
                                          </p:spTgt>
                                        </p:tgtEl>
                                      </p:cBhvr>
                                    </p:animEffect>
                                  </p:childTnLst>
                                </p:cTn>
                              </p:par>
                              <p:par>
                                <p:cTn id="127" presetID="3" presetClass="entr" presetSubtype="10" fill="hold"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blinds(horizontal)">
                                      <p:cBhvr>
                                        <p:cTn id="129" dur="500"/>
                                        <p:tgtEl>
                                          <p:spTgt spid="43"/>
                                        </p:tgtEl>
                                      </p:cBhvr>
                                    </p:animEffect>
                                  </p:childTnLst>
                                </p:cTn>
                              </p:par>
                              <p:par>
                                <p:cTn id="130" presetID="3" presetClass="entr" presetSubtype="10" fill="hold" nodeType="with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blinds(horizontal)">
                                      <p:cBhvr>
                                        <p:cTn id="132" dur="500"/>
                                        <p:tgtEl>
                                          <p:spTgt spid="44"/>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45">
                                            <p:txEl>
                                              <p:pRg st="0" end="0"/>
                                            </p:txEl>
                                          </p:spTgt>
                                        </p:tgtEl>
                                        <p:attrNameLst>
                                          <p:attrName>style.visibility</p:attrName>
                                        </p:attrNameLst>
                                      </p:cBhvr>
                                      <p:to>
                                        <p:strVal val="visible"/>
                                      </p:to>
                                    </p:set>
                                    <p:animEffect transition="in" filter="blinds(horizontal)">
                                      <p:cBhvr>
                                        <p:cTn id="137" dur="500"/>
                                        <p:tgtEl>
                                          <p:spTgt spid="45">
                                            <p:txEl>
                                              <p:pRg st="0" end="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1" nodeType="clickEffect">
                                  <p:stCondLst>
                                    <p:cond delay="0"/>
                                  </p:stCondLst>
                                  <p:childTnLst>
                                    <p:set>
                                      <p:cBhvr>
                                        <p:cTn id="141" dur="1" fill="hold">
                                          <p:stCondLst>
                                            <p:cond delay="0"/>
                                          </p:stCondLst>
                                        </p:cTn>
                                        <p:tgtEl>
                                          <p:spTgt spid="45">
                                            <p:txEl>
                                              <p:pRg st="0" end="0"/>
                                            </p:txEl>
                                          </p:spTgt>
                                        </p:tgtEl>
                                        <p:attrNameLst>
                                          <p:attrName>style.visibility</p:attrName>
                                        </p:attrNameLst>
                                      </p:cBhvr>
                                      <p:to>
                                        <p:strVal val="visible"/>
                                      </p:to>
                                    </p:set>
                                    <p:animEffect transition="in" filter="blinds(horizontal)">
                                      <p:cBhvr>
                                        <p:cTn id="142" dur="500"/>
                                        <p:tgtEl>
                                          <p:spTgt spid="45">
                                            <p:txEl>
                                              <p:pRg st="0" end="0"/>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46">
                                            <p:txEl>
                                              <p:pRg st="0" end="0"/>
                                            </p:txEl>
                                          </p:spTgt>
                                        </p:tgtEl>
                                        <p:attrNameLst>
                                          <p:attrName>style.visibility</p:attrName>
                                        </p:attrNameLst>
                                      </p:cBhvr>
                                      <p:to>
                                        <p:strVal val="visible"/>
                                      </p:to>
                                    </p:set>
                                    <p:animEffect transition="in" filter="blinds(horizontal)">
                                      <p:cBhvr>
                                        <p:cTn id="147" dur="500"/>
                                        <p:tgtEl>
                                          <p:spTgt spid="46">
                                            <p:txEl>
                                              <p:pRg st="0" end="0"/>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1" nodeType="clickEffect">
                                  <p:stCondLst>
                                    <p:cond delay="0"/>
                                  </p:stCondLst>
                                  <p:childTnLst>
                                    <p:set>
                                      <p:cBhvr>
                                        <p:cTn id="151" dur="1" fill="hold">
                                          <p:stCondLst>
                                            <p:cond delay="0"/>
                                          </p:stCondLst>
                                        </p:cTn>
                                        <p:tgtEl>
                                          <p:spTgt spid="46">
                                            <p:txEl>
                                              <p:pRg st="0" end="0"/>
                                            </p:txEl>
                                          </p:spTgt>
                                        </p:tgtEl>
                                        <p:attrNameLst>
                                          <p:attrName>style.visibility</p:attrName>
                                        </p:attrNameLst>
                                      </p:cBhvr>
                                      <p:to>
                                        <p:strVal val="visible"/>
                                      </p:to>
                                    </p:set>
                                    <p:animEffect transition="in" filter="blinds(horizontal)">
                                      <p:cBhvr>
                                        <p:cTn id="152" dur="500"/>
                                        <p:tgtEl>
                                          <p:spTgt spid="46">
                                            <p:txEl>
                                              <p:pRg st="0" end="0"/>
                                            </p:txEl>
                                          </p:spTgt>
                                        </p:tgtEl>
                                      </p:cBhvr>
                                    </p:animEffect>
                                  </p:childTnLst>
                                </p:cTn>
                              </p:par>
                              <p:par>
                                <p:cTn id="153" presetID="3" presetClass="entr" presetSubtype="10" fill="hold" nodeType="withEffect">
                                  <p:stCondLst>
                                    <p:cond delay="0"/>
                                  </p:stCondLst>
                                  <p:childTnLst>
                                    <p:set>
                                      <p:cBhvr>
                                        <p:cTn id="154" dur="1" fill="hold">
                                          <p:stCondLst>
                                            <p:cond delay="0"/>
                                          </p:stCondLst>
                                        </p:cTn>
                                        <p:tgtEl>
                                          <p:spTgt spid="47"/>
                                        </p:tgtEl>
                                        <p:attrNameLst>
                                          <p:attrName>style.visibility</p:attrName>
                                        </p:attrNameLst>
                                      </p:cBhvr>
                                      <p:to>
                                        <p:strVal val="visible"/>
                                      </p:to>
                                    </p:set>
                                    <p:animEffect transition="in" filter="blinds(horizontal)">
                                      <p:cBhvr>
                                        <p:cTn id="155" dur="500"/>
                                        <p:tgtEl>
                                          <p:spTgt spid="47"/>
                                        </p:tgtEl>
                                      </p:cBhvr>
                                    </p:animEffect>
                                  </p:childTnLst>
                                </p:cTn>
                              </p:par>
                              <p:par>
                                <p:cTn id="156" presetID="3" presetClass="entr" presetSubtype="10" fill="hold" nodeType="withEffect">
                                  <p:stCondLst>
                                    <p:cond delay="0"/>
                                  </p:stCondLst>
                                  <p:childTnLst>
                                    <p:set>
                                      <p:cBhvr>
                                        <p:cTn id="157" dur="1" fill="hold">
                                          <p:stCondLst>
                                            <p:cond delay="0"/>
                                          </p:stCondLst>
                                        </p:cTn>
                                        <p:tgtEl>
                                          <p:spTgt spid="48"/>
                                        </p:tgtEl>
                                        <p:attrNameLst>
                                          <p:attrName>style.visibility</p:attrName>
                                        </p:attrNameLst>
                                      </p:cBhvr>
                                      <p:to>
                                        <p:strVal val="visible"/>
                                      </p:to>
                                    </p:set>
                                    <p:animEffect transition="in" filter="blinds(horizontal)">
                                      <p:cBhvr>
                                        <p:cTn id="158" dur="500"/>
                                        <p:tgtEl>
                                          <p:spTgt spid="48"/>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49">
                                            <p:txEl>
                                              <p:pRg st="0" end="0"/>
                                            </p:txEl>
                                          </p:spTgt>
                                        </p:tgtEl>
                                        <p:attrNameLst>
                                          <p:attrName>style.visibility</p:attrName>
                                        </p:attrNameLst>
                                      </p:cBhvr>
                                      <p:to>
                                        <p:strVal val="visible"/>
                                      </p:to>
                                    </p:set>
                                    <p:animEffect transition="in" filter="blinds(horizontal)">
                                      <p:cBhvr>
                                        <p:cTn id="163" dur="500"/>
                                        <p:tgtEl>
                                          <p:spTgt spid="49">
                                            <p:txEl>
                                              <p:pRg st="0" end="0"/>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1" nodeType="clickEffect">
                                  <p:stCondLst>
                                    <p:cond delay="0"/>
                                  </p:stCondLst>
                                  <p:childTnLst>
                                    <p:set>
                                      <p:cBhvr>
                                        <p:cTn id="167" dur="1" fill="hold">
                                          <p:stCondLst>
                                            <p:cond delay="0"/>
                                          </p:stCondLst>
                                        </p:cTn>
                                        <p:tgtEl>
                                          <p:spTgt spid="49">
                                            <p:txEl>
                                              <p:pRg st="0" end="0"/>
                                            </p:txEl>
                                          </p:spTgt>
                                        </p:tgtEl>
                                        <p:attrNameLst>
                                          <p:attrName>style.visibility</p:attrName>
                                        </p:attrNameLst>
                                      </p:cBhvr>
                                      <p:to>
                                        <p:strVal val="visible"/>
                                      </p:to>
                                    </p:set>
                                    <p:animEffect transition="in" filter="blinds(horizontal)">
                                      <p:cBhvr>
                                        <p:cTn id="168" dur="500"/>
                                        <p:tgtEl>
                                          <p:spTgt spid="49">
                                            <p:txEl>
                                              <p:pRg st="0" end="0"/>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ntr" presetSubtype="10" fill="hold" grpId="0" nodeType="clickEffect">
                                  <p:stCondLst>
                                    <p:cond delay="0"/>
                                  </p:stCondLst>
                                  <p:childTnLst>
                                    <p:set>
                                      <p:cBhvr>
                                        <p:cTn id="172" dur="1" fill="hold">
                                          <p:stCondLst>
                                            <p:cond delay="0"/>
                                          </p:stCondLst>
                                        </p:cTn>
                                        <p:tgtEl>
                                          <p:spTgt spid="50">
                                            <p:txEl>
                                              <p:pRg st="0" end="0"/>
                                            </p:txEl>
                                          </p:spTgt>
                                        </p:tgtEl>
                                        <p:attrNameLst>
                                          <p:attrName>style.visibility</p:attrName>
                                        </p:attrNameLst>
                                      </p:cBhvr>
                                      <p:to>
                                        <p:strVal val="visible"/>
                                      </p:to>
                                    </p:set>
                                    <p:animEffect transition="in" filter="blinds(horizontal)">
                                      <p:cBhvr>
                                        <p:cTn id="173" dur="500"/>
                                        <p:tgtEl>
                                          <p:spTgt spid="50">
                                            <p:txEl>
                                              <p:pRg st="0" end="0"/>
                                            </p:txEl>
                                          </p:spTgt>
                                        </p:tgtEl>
                                      </p:cBhvr>
                                    </p:animEffect>
                                  </p:childTnLst>
                                </p:cTn>
                              </p:par>
                            </p:childTnLst>
                          </p:cTn>
                        </p:par>
                      </p:childTnLst>
                    </p:cTn>
                  </p:par>
                  <p:par>
                    <p:cTn id="174" fill="hold">
                      <p:stCondLst>
                        <p:cond delay="indefinite"/>
                      </p:stCondLst>
                      <p:childTnLst>
                        <p:par>
                          <p:cTn id="175" fill="hold">
                            <p:stCondLst>
                              <p:cond delay="0"/>
                            </p:stCondLst>
                            <p:childTnLst>
                              <p:par>
                                <p:cTn id="176" presetID="3" presetClass="entr" presetSubtype="10" fill="hold" grpId="1" nodeType="clickEffect">
                                  <p:stCondLst>
                                    <p:cond delay="0"/>
                                  </p:stCondLst>
                                  <p:childTnLst>
                                    <p:set>
                                      <p:cBhvr>
                                        <p:cTn id="177" dur="1" fill="hold">
                                          <p:stCondLst>
                                            <p:cond delay="0"/>
                                          </p:stCondLst>
                                        </p:cTn>
                                        <p:tgtEl>
                                          <p:spTgt spid="50">
                                            <p:txEl>
                                              <p:pRg st="0" end="0"/>
                                            </p:txEl>
                                          </p:spTgt>
                                        </p:tgtEl>
                                        <p:attrNameLst>
                                          <p:attrName>style.visibility</p:attrName>
                                        </p:attrNameLst>
                                      </p:cBhvr>
                                      <p:to>
                                        <p:strVal val="visible"/>
                                      </p:to>
                                    </p:set>
                                    <p:animEffect transition="in" filter="blinds(horizontal)">
                                      <p:cBhvr>
                                        <p:cTn id="178" dur="500"/>
                                        <p:tgtEl>
                                          <p:spTgt spid="50">
                                            <p:txEl>
                                              <p:pRg st="0" end="0"/>
                                            </p:txEl>
                                          </p:spTgt>
                                        </p:tgtEl>
                                      </p:cBhvr>
                                    </p:animEffect>
                                  </p:childTnLst>
                                </p:cTn>
                              </p:par>
                              <p:par>
                                <p:cTn id="179" presetID="3" presetClass="entr" presetSubtype="10" fill="hold" nodeType="withEffect">
                                  <p:stCondLst>
                                    <p:cond delay="0"/>
                                  </p:stCondLst>
                                  <p:childTnLst>
                                    <p:set>
                                      <p:cBhvr>
                                        <p:cTn id="180" dur="1" fill="hold">
                                          <p:stCondLst>
                                            <p:cond delay="0"/>
                                          </p:stCondLst>
                                        </p:cTn>
                                        <p:tgtEl>
                                          <p:spTgt spid="51"/>
                                        </p:tgtEl>
                                        <p:attrNameLst>
                                          <p:attrName>style.visibility</p:attrName>
                                        </p:attrNameLst>
                                      </p:cBhvr>
                                      <p:to>
                                        <p:strVal val="visible"/>
                                      </p:to>
                                    </p:set>
                                    <p:animEffect transition="in" filter="blinds(horizontal)">
                                      <p:cBhvr>
                                        <p:cTn id="181" dur="500"/>
                                        <p:tgtEl>
                                          <p:spTgt spid="51"/>
                                        </p:tgtEl>
                                      </p:cBhvr>
                                    </p:animEffect>
                                  </p:childTnLst>
                                </p:cTn>
                              </p:par>
                              <p:par>
                                <p:cTn id="182" presetID="3" presetClass="entr" presetSubtype="10" fill="hold" nodeType="withEffect">
                                  <p:stCondLst>
                                    <p:cond delay="0"/>
                                  </p:stCondLst>
                                  <p:childTnLst>
                                    <p:set>
                                      <p:cBhvr>
                                        <p:cTn id="183" dur="1" fill="hold">
                                          <p:stCondLst>
                                            <p:cond delay="0"/>
                                          </p:stCondLst>
                                        </p:cTn>
                                        <p:tgtEl>
                                          <p:spTgt spid="52"/>
                                        </p:tgtEl>
                                        <p:attrNameLst>
                                          <p:attrName>style.visibility</p:attrName>
                                        </p:attrNameLst>
                                      </p:cBhvr>
                                      <p:to>
                                        <p:strVal val="visible"/>
                                      </p:to>
                                    </p:set>
                                    <p:animEffect transition="in" filter="blinds(horizontal)">
                                      <p:cBhvr>
                                        <p:cTn id="184" dur="500"/>
                                        <p:tgtEl>
                                          <p:spTgt spid="52"/>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grpId="0" nodeType="clickEffect">
                                  <p:stCondLst>
                                    <p:cond delay="0"/>
                                  </p:stCondLst>
                                  <p:childTnLst>
                                    <p:set>
                                      <p:cBhvr>
                                        <p:cTn id="188" dur="1" fill="hold">
                                          <p:stCondLst>
                                            <p:cond delay="0"/>
                                          </p:stCondLst>
                                        </p:cTn>
                                        <p:tgtEl>
                                          <p:spTgt spid="53">
                                            <p:txEl>
                                              <p:pRg st="0" end="0"/>
                                            </p:txEl>
                                          </p:spTgt>
                                        </p:tgtEl>
                                        <p:attrNameLst>
                                          <p:attrName>style.visibility</p:attrName>
                                        </p:attrNameLst>
                                      </p:cBhvr>
                                      <p:to>
                                        <p:strVal val="visible"/>
                                      </p:to>
                                    </p:set>
                                    <p:animEffect transition="in" filter="blinds(horizontal)">
                                      <p:cBhvr>
                                        <p:cTn id="189" dur="500"/>
                                        <p:tgtEl>
                                          <p:spTgt spid="53">
                                            <p:txEl>
                                              <p:pRg st="0" end="0"/>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3" presetClass="entr" presetSubtype="10" fill="hold" grpId="1" nodeType="clickEffect">
                                  <p:stCondLst>
                                    <p:cond delay="0"/>
                                  </p:stCondLst>
                                  <p:childTnLst>
                                    <p:set>
                                      <p:cBhvr>
                                        <p:cTn id="193" dur="1" fill="hold">
                                          <p:stCondLst>
                                            <p:cond delay="0"/>
                                          </p:stCondLst>
                                        </p:cTn>
                                        <p:tgtEl>
                                          <p:spTgt spid="53">
                                            <p:txEl>
                                              <p:pRg st="0" end="0"/>
                                            </p:txEl>
                                          </p:spTgt>
                                        </p:tgtEl>
                                        <p:attrNameLst>
                                          <p:attrName>style.visibility</p:attrName>
                                        </p:attrNameLst>
                                      </p:cBhvr>
                                      <p:to>
                                        <p:strVal val="visible"/>
                                      </p:to>
                                    </p:set>
                                    <p:animEffect transition="in" filter="blinds(horizontal)">
                                      <p:cBhvr>
                                        <p:cTn id="194" dur="500"/>
                                        <p:tgtEl>
                                          <p:spTgt spid="53">
                                            <p:txEl>
                                              <p:pRg st="0" end="0"/>
                                            </p:txEl>
                                          </p:spTgt>
                                        </p:tgtEl>
                                      </p:cBhvr>
                                    </p:animEffect>
                                  </p:childTnLst>
                                </p:cTn>
                              </p:par>
                            </p:childTnLst>
                          </p:cTn>
                        </p:par>
                      </p:childTnLst>
                    </p:cTn>
                  </p:par>
                  <p:par>
                    <p:cTn id="195" fill="hold">
                      <p:stCondLst>
                        <p:cond delay="indefinite"/>
                      </p:stCondLst>
                      <p:childTnLst>
                        <p:par>
                          <p:cTn id="196" fill="hold">
                            <p:stCondLst>
                              <p:cond delay="0"/>
                            </p:stCondLst>
                            <p:childTnLst>
                              <p:par>
                                <p:cTn id="197" presetID="3" presetClass="entr" presetSubtype="10" fill="hold" grpId="0" nodeType="clickEffect">
                                  <p:stCondLst>
                                    <p:cond delay="0"/>
                                  </p:stCondLst>
                                  <p:childTnLst>
                                    <p:set>
                                      <p:cBhvr>
                                        <p:cTn id="198" dur="1" fill="hold">
                                          <p:stCondLst>
                                            <p:cond delay="0"/>
                                          </p:stCondLst>
                                        </p:cTn>
                                        <p:tgtEl>
                                          <p:spTgt spid="54">
                                            <p:txEl>
                                              <p:pRg st="0" end="0"/>
                                            </p:txEl>
                                          </p:spTgt>
                                        </p:tgtEl>
                                        <p:attrNameLst>
                                          <p:attrName>style.visibility</p:attrName>
                                        </p:attrNameLst>
                                      </p:cBhvr>
                                      <p:to>
                                        <p:strVal val="visible"/>
                                      </p:to>
                                    </p:set>
                                    <p:animEffect transition="in" filter="blinds(horizontal)">
                                      <p:cBhvr>
                                        <p:cTn id="199" dur="500"/>
                                        <p:tgtEl>
                                          <p:spTgt spid="54">
                                            <p:txEl>
                                              <p:pRg st="0" end="0"/>
                                            </p:txEl>
                                          </p:spTgt>
                                        </p:tgtEl>
                                      </p:cBhvr>
                                    </p:animEffect>
                                  </p:childTnLst>
                                </p:cTn>
                              </p:par>
                            </p:childTnLst>
                          </p:cTn>
                        </p:par>
                      </p:childTnLst>
                    </p:cTn>
                  </p:par>
                  <p:par>
                    <p:cTn id="200" fill="hold">
                      <p:stCondLst>
                        <p:cond delay="indefinite"/>
                      </p:stCondLst>
                      <p:childTnLst>
                        <p:par>
                          <p:cTn id="201" fill="hold">
                            <p:stCondLst>
                              <p:cond delay="0"/>
                            </p:stCondLst>
                            <p:childTnLst>
                              <p:par>
                                <p:cTn id="202" presetID="3" presetClass="entr" presetSubtype="10" fill="hold" grpId="1" nodeType="clickEffect">
                                  <p:stCondLst>
                                    <p:cond delay="0"/>
                                  </p:stCondLst>
                                  <p:childTnLst>
                                    <p:set>
                                      <p:cBhvr>
                                        <p:cTn id="203" dur="1" fill="hold">
                                          <p:stCondLst>
                                            <p:cond delay="0"/>
                                          </p:stCondLst>
                                        </p:cTn>
                                        <p:tgtEl>
                                          <p:spTgt spid="54">
                                            <p:txEl>
                                              <p:pRg st="0" end="0"/>
                                            </p:txEl>
                                          </p:spTgt>
                                        </p:tgtEl>
                                        <p:attrNameLst>
                                          <p:attrName>style.visibility</p:attrName>
                                        </p:attrNameLst>
                                      </p:cBhvr>
                                      <p:to>
                                        <p:strVal val="visible"/>
                                      </p:to>
                                    </p:set>
                                    <p:animEffect transition="in" filter="blinds(horizontal)">
                                      <p:cBhvr>
                                        <p:cTn id="204" dur="500"/>
                                        <p:tgtEl>
                                          <p:spTgt spid="54">
                                            <p:txEl>
                                              <p:pRg st="0" end="0"/>
                                            </p:txEl>
                                          </p:spTgt>
                                        </p:tgtEl>
                                      </p:cBhvr>
                                    </p:animEffect>
                                  </p:childTnLst>
                                </p:cTn>
                              </p:par>
                            </p:childTnLst>
                          </p:cTn>
                        </p:par>
                      </p:childTnLst>
                    </p:cTn>
                  </p:par>
                  <p:par>
                    <p:cTn id="205" fill="hold">
                      <p:stCondLst>
                        <p:cond delay="indefinite"/>
                      </p:stCondLst>
                      <p:childTnLst>
                        <p:par>
                          <p:cTn id="206" fill="hold">
                            <p:stCondLst>
                              <p:cond delay="0"/>
                            </p:stCondLst>
                            <p:childTnLst>
                              <p:par>
                                <p:cTn id="207" presetID="3" presetClass="entr" presetSubtype="10" fill="hold" grpId="0" nodeType="clickEffect">
                                  <p:stCondLst>
                                    <p:cond delay="0"/>
                                  </p:stCondLst>
                                  <p:childTnLst>
                                    <p:set>
                                      <p:cBhvr>
                                        <p:cTn id="208" dur="1" fill="hold">
                                          <p:stCondLst>
                                            <p:cond delay="0"/>
                                          </p:stCondLst>
                                        </p:cTn>
                                        <p:tgtEl>
                                          <p:spTgt spid="57">
                                            <p:txEl>
                                              <p:pRg st="0" end="0"/>
                                            </p:txEl>
                                          </p:spTgt>
                                        </p:tgtEl>
                                        <p:attrNameLst>
                                          <p:attrName>style.visibility</p:attrName>
                                        </p:attrNameLst>
                                      </p:cBhvr>
                                      <p:to>
                                        <p:strVal val="visible"/>
                                      </p:to>
                                    </p:set>
                                    <p:animEffect transition="in" filter="blinds(horizontal)">
                                      <p:cBhvr>
                                        <p:cTn id="209" dur="500"/>
                                        <p:tgtEl>
                                          <p:spTgt spid="57">
                                            <p:txEl>
                                              <p:pRg st="0" end="0"/>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3" presetClass="entr" presetSubtype="10" fill="hold" grpId="1" nodeType="clickEffect">
                                  <p:stCondLst>
                                    <p:cond delay="0"/>
                                  </p:stCondLst>
                                  <p:childTnLst>
                                    <p:set>
                                      <p:cBhvr>
                                        <p:cTn id="213" dur="1" fill="hold">
                                          <p:stCondLst>
                                            <p:cond delay="0"/>
                                          </p:stCondLst>
                                        </p:cTn>
                                        <p:tgtEl>
                                          <p:spTgt spid="57">
                                            <p:txEl>
                                              <p:pRg st="0" end="0"/>
                                            </p:txEl>
                                          </p:spTgt>
                                        </p:tgtEl>
                                        <p:attrNameLst>
                                          <p:attrName>style.visibility</p:attrName>
                                        </p:attrNameLst>
                                      </p:cBhvr>
                                      <p:to>
                                        <p:strVal val="visible"/>
                                      </p:to>
                                    </p:set>
                                    <p:animEffect transition="in" filter="blinds(horizontal)">
                                      <p:cBhvr>
                                        <p:cTn id="214" dur="500"/>
                                        <p:tgtEl>
                                          <p:spTgt spid="57">
                                            <p:txEl>
                                              <p:pRg st="0" end="0"/>
                                            </p:txEl>
                                          </p:spTgt>
                                        </p:tgtEl>
                                      </p:cBhvr>
                                    </p:animEffect>
                                  </p:childTnLst>
                                </p:cTn>
                              </p:par>
                            </p:childTnLst>
                          </p:cTn>
                        </p:par>
                      </p:childTnLst>
                    </p:cTn>
                  </p:par>
                  <p:par>
                    <p:cTn id="215" fill="hold">
                      <p:stCondLst>
                        <p:cond delay="indefinite"/>
                      </p:stCondLst>
                      <p:childTnLst>
                        <p:par>
                          <p:cTn id="216" fill="hold">
                            <p:stCondLst>
                              <p:cond delay="0"/>
                            </p:stCondLst>
                            <p:childTnLst>
                              <p:par>
                                <p:cTn id="217" presetID="3" presetClass="entr" presetSubtype="10" fill="hold" nodeType="clickEffect">
                                  <p:stCondLst>
                                    <p:cond delay="0"/>
                                  </p:stCondLst>
                                  <p:childTnLst>
                                    <p:set>
                                      <p:cBhvr>
                                        <p:cTn id="218" dur="1" fill="hold">
                                          <p:stCondLst>
                                            <p:cond delay="0"/>
                                          </p:stCondLst>
                                        </p:cTn>
                                        <p:tgtEl>
                                          <p:spTgt spid="27"/>
                                        </p:tgtEl>
                                        <p:attrNameLst>
                                          <p:attrName>style.visibility</p:attrName>
                                        </p:attrNameLst>
                                      </p:cBhvr>
                                      <p:to>
                                        <p:strVal val="visible"/>
                                      </p:to>
                                    </p:set>
                                    <p:animEffect transition="in" filter="blinds(horizontal)">
                                      <p:cBhvr>
                                        <p:cTn id="219" dur="500"/>
                                        <p:tgtEl>
                                          <p:spTgt spid="27"/>
                                        </p:tgtEl>
                                      </p:cBhvr>
                                    </p:animEffect>
                                  </p:childTnLst>
                                </p:cTn>
                              </p:par>
                              <p:par>
                                <p:cTn id="220" presetID="3" presetClass="entr" presetSubtype="10" fill="hold" nodeType="withEffect">
                                  <p:stCondLst>
                                    <p:cond delay="0"/>
                                  </p:stCondLst>
                                  <p:childTnLst>
                                    <p:set>
                                      <p:cBhvr>
                                        <p:cTn id="221" dur="1" fill="hold">
                                          <p:stCondLst>
                                            <p:cond delay="0"/>
                                          </p:stCondLst>
                                        </p:cTn>
                                        <p:tgtEl>
                                          <p:spTgt spid="59"/>
                                        </p:tgtEl>
                                        <p:attrNameLst>
                                          <p:attrName>style.visibility</p:attrName>
                                        </p:attrNameLst>
                                      </p:cBhvr>
                                      <p:to>
                                        <p:strVal val="visible"/>
                                      </p:to>
                                    </p:set>
                                    <p:animEffect transition="in" filter="blinds(horizontal)">
                                      <p:cBhvr>
                                        <p:cTn id="222" dur="500"/>
                                        <p:tgtEl>
                                          <p:spTgt spid="59"/>
                                        </p:tgtEl>
                                      </p:cBhvr>
                                    </p:animEffect>
                                  </p:childTnLst>
                                </p:cTn>
                              </p:par>
                              <p:par>
                                <p:cTn id="223" presetID="3" presetClass="entr" presetSubtype="10" fill="hold" nodeType="withEffect">
                                  <p:stCondLst>
                                    <p:cond delay="0"/>
                                  </p:stCondLst>
                                  <p:childTnLst>
                                    <p:set>
                                      <p:cBhvr>
                                        <p:cTn id="224" dur="1" fill="hold">
                                          <p:stCondLst>
                                            <p:cond delay="0"/>
                                          </p:stCondLst>
                                        </p:cTn>
                                        <p:tgtEl>
                                          <p:spTgt spid="61"/>
                                        </p:tgtEl>
                                        <p:attrNameLst>
                                          <p:attrName>style.visibility</p:attrName>
                                        </p:attrNameLst>
                                      </p:cBhvr>
                                      <p:to>
                                        <p:strVal val="visible"/>
                                      </p:to>
                                    </p:set>
                                    <p:animEffect transition="in" filter="blinds(horizontal)">
                                      <p:cBhvr>
                                        <p:cTn id="225" dur="500"/>
                                        <p:tgtEl>
                                          <p:spTgt spid="61"/>
                                        </p:tgtEl>
                                      </p:cBhvr>
                                    </p:animEffect>
                                  </p:childTnLst>
                                </p:cTn>
                              </p:par>
                              <p:par>
                                <p:cTn id="226" presetID="3" presetClass="entr" presetSubtype="10" fill="hold" nodeType="withEffect">
                                  <p:stCondLst>
                                    <p:cond delay="0"/>
                                  </p:stCondLst>
                                  <p:childTnLst>
                                    <p:set>
                                      <p:cBhvr>
                                        <p:cTn id="227" dur="1" fill="hold">
                                          <p:stCondLst>
                                            <p:cond delay="0"/>
                                          </p:stCondLst>
                                        </p:cTn>
                                        <p:tgtEl>
                                          <p:spTgt spid="63"/>
                                        </p:tgtEl>
                                        <p:attrNameLst>
                                          <p:attrName>style.visibility</p:attrName>
                                        </p:attrNameLst>
                                      </p:cBhvr>
                                      <p:to>
                                        <p:strVal val="visible"/>
                                      </p:to>
                                    </p:set>
                                    <p:animEffect transition="in" filter="blinds(horizontal)">
                                      <p:cBhvr>
                                        <p:cTn id="228" dur="500"/>
                                        <p:tgtEl>
                                          <p:spTgt spid="63"/>
                                        </p:tgtEl>
                                      </p:cBhvr>
                                    </p:animEffect>
                                  </p:childTnLst>
                                </p:cTn>
                              </p:par>
                              <p:par>
                                <p:cTn id="229" presetID="3" presetClass="entr" presetSubtype="10" fill="hold" nodeType="withEffect">
                                  <p:stCondLst>
                                    <p:cond delay="0"/>
                                  </p:stCondLst>
                                  <p:childTnLst>
                                    <p:set>
                                      <p:cBhvr>
                                        <p:cTn id="230" dur="1" fill="hold">
                                          <p:stCondLst>
                                            <p:cond delay="0"/>
                                          </p:stCondLst>
                                        </p:cTn>
                                        <p:tgtEl>
                                          <p:spTgt spid="65"/>
                                        </p:tgtEl>
                                        <p:attrNameLst>
                                          <p:attrName>style.visibility</p:attrName>
                                        </p:attrNameLst>
                                      </p:cBhvr>
                                      <p:to>
                                        <p:strVal val="visible"/>
                                      </p:to>
                                    </p:set>
                                    <p:animEffect transition="in" filter="blinds(horizontal)">
                                      <p:cBhvr>
                                        <p:cTn id="231" dur="500"/>
                                        <p:tgtEl>
                                          <p:spTgt spid="65"/>
                                        </p:tgtEl>
                                      </p:cBhvr>
                                    </p:animEffect>
                                  </p:childTnLst>
                                </p:cTn>
                              </p:par>
                            </p:childTnLst>
                          </p:cTn>
                        </p:par>
                      </p:childTnLst>
                    </p:cTn>
                  </p:par>
                  <p:par>
                    <p:cTn id="232" fill="hold">
                      <p:stCondLst>
                        <p:cond delay="indefinite"/>
                      </p:stCondLst>
                      <p:childTnLst>
                        <p:par>
                          <p:cTn id="233" fill="hold">
                            <p:stCondLst>
                              <p:cond delay="0"/>
                            </p:stCondLst>
                            <p:childTnLst>
                              <p:par>
                                <p:cTn id="234" presetID="3" presetClass="entr" presetSubtype="10" fill="hold" grpId="0" nodeType="clickEffect">
                                  <p:stCondLst>
                                    <p:cond delay="0"/>
                                  </p:stCondLst>
                                  <p:childTnLst>
                                    <p:set>
                                      <p:cBhvr>
                                        <p:cTn id="235" dur="1" fill="hold">
                                          <p:stCondLst>
                                            <p:cond delay="0"/>
                                          </p:stCondLst>
                                        </p:cTn>
                                        <p:tgtEl>
                                          <p:spTgt spid="66">
                                            <p:txEl>
                                              <p:pRg st="0" end="0"/>
                                            </p:txEl>
                                          </p:spTgt>
                                        </p:tgtEl>
                                        <p:attrNameLst>
                                          <p:attrName>style.visibility</p:attrName>
                                        </p:attrNameLst>
                                      </p:cBhvr>
                                      <p:to>
                                        <p:strVal val="visible"/>
                                      </p:to>
                                    </p:set>
                                    <p:animEffect transition="in" filter="blinds(horizontal)">
                                      <p:cBhvr>
                                        <p:cTn id="236" dur="500"/>
                                        <p:tgtEl>
                                          <p:spTgt spid="66">
                                            <p:txEl>
                                              <p:pRg st="0" end="0"/>
                                            </p:txEl>
                                          </p:spTgt>
                                        </p:tgtEl>
                                      </p:cBhvr>
                                    </p:animEffect>
                                  </p:childTnLst>
                                </p:cTn>
                              </p:par>
                            </p:childTnLst>
                          </p:cTn>
                        </p:par>
                      </p:childTnLst>
                    </p:cTn>
                  </p:par>
                  <p:par>
                    <p:cTn id="237" fill="hold">
                      <p:stCondLst>
                        <p:cond delay="indefinite"/>
                      </p:stCondLst>
                      <p:childTnLst>
                        <p:par>
                          <p:cTn id="238" fill="hold">
                            <p:stCondLst>
                              <p:cond delay="0"/>
                            </p:stCondLst>
                            <p:childTnLst>
                              <p:par>
                                <p:cTn id="239" presetID="3" presetClass="entr" presetSubtype="10" fill="hold" grpId="1" nodeType="clickEffect">
                                  <p:stCondLst>
                                    <p:cond delay="0"/>
                                  </p:stCondLst>
                                  <p:childTnLst>
                                    <p:set>
                                      <p:cBhvr>
                                        <p:cTn id="240" dur="1" fill="hold">
                                          <p:stCondLst>
                                            <p:cond delay="0"/>
                                          </p:stCondLst>
                                        </p:cTn>
                                        <p:tgtEl>
                                          <p:spTgt spid="66">
                                            <p:txEl>
                                              <p:pRg st="0" end="0"/>
                                            </p:txEl>
                                          </p:spTgt>
                                        </p:tgtEl>
                                        <p:attrNameLst>
                                          <p:attrName>style.visibility</p:attrName>
                                        </p:attrNameLst>
                                      </p:cBhvr>
                                      <p:to>
                                        <p:strVal val="visible"/>
                                      </p:to>
                                    </p:set>
                                    <p:animEffect transition="in" filter="blinds(horizontal)">
                                      <p:cBhvr>
                                        <p:cTn id="241" dur="500"/>
                                        <p:tgtEl>
                                          <p:spTgt spid="66">
                                            <p:txEl>
                                              <p:pRg st="0" end="0"/>
                                            </p:txEl>
                                          </p:spTgt>
                                        </p:tgtEl>
                                      </p:cBhvr>
                                    </p:animEffect>
                                  </p:childTnLst>
                                </p:cTn>
                              </p:par>
                              <p:par>
                                <p:cTn id="242" presetID="3" presetClass="entr" presetSubtype="10" fill="hold" nodeType="withEffect">
                                  <p:stCondLst>
                                    <p:cond delay="0"/>
                                  </p:stCondLst>
                                  <p:childTnLst>
                                    <p:set>
                                      <p:cBhvr>
                                        <p:cTn id="243" dur="1" fill="hold">
                                          <p:stCondLst>
                                            <p:cond delay="0"/>
                                          </p:stCondLst>
                                        </p:cTn>
                                        <p:tgtEl>
                                          <p:spTgt spid="67"/>
                                        </p:tgtEl>
                                        <p:attrNameLst>
                                          <p:attrName>style.visibility</p:attrName>
                                        </p:attrNameLst>
                                      </p:cBhvr>
                                      <p:to>
                                        <p:strVal val="visible"/>
                                      </p:to>
                                    </p:set>
                                    <p:animEffect transition="in" filter="blinds(horizontal)">
                                      <p:cBhvr>
                                        <p:cTn id="244" dur="500"/>
                                        <p:tgtEl>
                                          <p:spTgt spid="67"/>
                                        </p:tgtEl>
                                      </p:cBhvr>
                                    </p:animEffect>
                                  </p:childTnLst>
                                </p:cTn>
                              </p:par>
                            </p:childTnLst>
                          </p:cTn>
                        </p:par>
                      </p:childTnLst>
                    </p:cTn>
                  </p:par>
                  <p:par>
                    <p:cTn id="245" fill="hold">
                      <p:stCondLst>
                        <p:cond delay="indefinite"/>
                      </p:stCondLst>
                      <p:childTnLst>
                        <p:par>
                          <p:cTn id="246" fill="hold">
                            <p:stCondLst>
                              <p:cond delay="0"/>
                            </p:stCondLst>
                            <p:childTnLst>
                              <p:par>
                                <p:cTn id="247" presetID="3" presetClass="entr" presetSubtype="10" fill="hold" nodeType="clickEffect">
                                  <p:stCondLst>
                                    <p:cond delay="0"/>
                                  </p:stCondLst>
                                  <p:childTnLst>
                                    <p:set>
                                      <p:cBhvr>
                                        <p:cTn id="248" dur="1" fill="hold">
                                          <p:stCondLst>
                                            <p:cond delay="0"/>
                                          </p:stCondLst>
                                        </p:cTn>
                                        <p:tgtEl>
                                          <p:spTgt spid="67"/>
                                        </p:tgtEl>
                                        <p:attrNameLst>
                                          <p:attrName>style.visibility</p:attrName>
                                        </p:attrNameLst>
                                      </p:cBhvr>
                                      <p:to>
                                        <p:strVal val="visible"/>
                                      </p:to>
                                    </p:set>
                                    <p:animEffect transition="in" filter="blinds(horizontal)">
                                      <p:cBhvr>
                                        <p:cTn id="249" dur="500"/>
                                        <p:tgtEl>
                                          <p:spTgt spid="67"/>
                                        </p:tgtEl>
                                      </p:cBhvr>
                                    </p:animEffect>
                                  </p:childTnLst>
                                </p:cTn>
                              </p:par>
                            </p:childTnLst>
                          </p:cTn>
                        </p:par>
                      </p:childTnLst>
                    </p:cTn>
                  </p:par>
                  <p:par>
                    <p:cTn id="250" fill="hold">
                      <p:stCondLst>
                        <p:cond delay="indefinite"/>
                      </p:stCondLst>
                      <p:childTnLst>
                        <p:par>
                          <p:cTn id="251" fill="hold">
                            <p:stCondLst>
                              <p:cond delay="0"/>
                            </p:stCondLst>
                            <p:childTnLst>
                              <p:par>
                                <p:cTn id="252" presetID="3" presetClass="entr" presetSubtype="10" fill="hold" nodeType="clickEffect">
                                  <p:stCondLst>
                                    <p:cond delay="0"/>
                                  </p:stCondLst>
                                  <p:childTnLst>
                                    <p:set>
                                      <p:cBhvr>
                                        <p:cTn id="253" dur="1" fill="hold">
                                          <p:stCondLst>
                                            <p:cond delay="0"/>
                                          </p:stCondLst>
                                        </p:cTn>
                                        <p:tgtEl>
                                          <p:spTgt spid="69"/>
                                        </p:tgtEl>
                                        <p:attrNameLst>
                                          <p:attrName>style.visibility</p:attrName>
                                        </p:attrNameLst>
                                      </p:cBhvr>
                                      <p:to>
                                        <p:strVal val="visible"/>
                                      </p:to>
                                    </p:set>
                                    <p:animEffect transition="in" filter="blinds(horizontal)">
                                      <p:cBhvr>
                                        <p:cTn id="254" dur="500"/>
                                        <p:tgtEl>
                                          <p:spTgt spid="69"/>
                                        </p:tgtEl>
                                      </p:cBhvr>
                                    </p:animEffect>
                                  </p:childTnLst>
                                </p:cTn>
                              </p:par>
                              <p:par>
                                <p:cTn id="255" presetID="3" presetClass="entr" presetSubtype="10" fill="hold" nodeType="withEffect">
                                  <p:stCondLst>
                                    <p:cond delay="0"/>
                                  </p:stCondLst>
                                  <p:childTnLst>
                                    <p:set>
                                      <p:cBhvr>
                                        <p:cTn id="256" dur="1" fill="hold">
                                          <p:stCondLst>
                                            <p:cond delay="0"/>
                                          </p:stCondLst>
                                        </p:cTn>
                                        <p:tgtEl>
                                          <p:spTgt spid="71"/>
                                        </p:tgtEl>
                                        <p:attrNameLst>
                                          <p:attrName>style.visibility</p:attrName>
                                        </p:attrNameLst>
                                      </p:cBhvr>
                                      <p:to>
                                        <p:strVal val="visible"/>
                                      </p:to>
                                    </p:set>
                                    <p:animEffect transition="in" filter="blinds(horizontal)">
                                      <p:cBhvr>
                                        <p:cTn id="257" dur="500"/>
                                        <p:tgtEl>
                                          <p:spTgt spid="71"/>
                                        </p:tgtEl>
                                      </p:cBhvr>
                                    </p:animEffect>
                                  </p:childTnLst>
                                </p:cTn>
                              </p:par>
                            </p:childTnLst>
                          </p:cTn>
                        </p:par>
                      </p:childTnLst>
                    </p:cTn>
                  </p:par>
                  <p:par>
                    <p:cTn id="258" fill="hold">
                      <p:stCondLst>
                        <p:cond delay="indefinite"/>
                      </p:stCondLst>
                      <p:childTnLst>
                        <p:par>
                          <p:cTn id="259" fill="hold">
                            <p:stCondLst>
                              <p:cond delay="0"/>
                            </p:stCondLst>
                            <p:childTnLst>
                              <p:par>
                                <p:cTn id="260" presetID="3" presetClass="entr" presetSubtype="10" fill="hold" nodeType="clickEffect">
                                  <p:stCondLst>
                                    <p:cond delay="0"/>
                                  </p:stCondLst>
                                  <p:childTnLst>
                                    <p:set>
                                      <p:cBhvr>
                                        <p:cTn id="261" dur="1" fill="hold">
                                          <p:stCondLst>
                                            <p:cond delay="0"/>
                                          </p:stCondLst>
                                        </p:cTn>
                                        <p:tgtEl>
                                          <p:spTgt spid="73"/>
                                        </p:tgtEl>
                                        <p:attrNameLst>
                                          <p:attrName>style.visibility</p:attrName>
                                        </p:attrNameLst>
                                      </p:cBhvr>
                                      <p:to>
                                        <p:strVal val="visible"/>
                                      </p:to>
                                    </p:set>
                                    <p:animEffect transition="in" filter="blinds(horizontal)">
                                      <p:cBhvr>
                                        <p:cTn id="262" dur="500"/>
                                        <p:tgtEl>
                                          <p:spTgt spid="73"/>
                                        </p:tgtEl>
                                      </p:cBhvr>
                                    </p:animEffect>
                                  </p:childTnLst>
                                </p:cTn>
                              </p:par>
                            </p:childTnLst>
                          </p:cTn>
                        </p:par>
                      </p:childTnLst>
                    </p:cTn>
                  </p:par>
                  <p:par>
                    <p:cTn id="263" fill="hold">
                      <p:stCondLst>
                        <p:cond delay="indefinite"/>
                      </p:stCondLst>
                      <p:childTnLst>
                        <p:par>
                          <p:cTn id="264" fill="hold">
                            <p:stCondLst>
                              <p:cond delay="0"/>
                            </p:stCondLst>
                            <p:childTnLst>
                              <p:par>
                                <p:cTn id="265" presetID="3" presetClass="entr" presetSubtype="10" fill="hold" grpId="0" nodeType="clickEffect">
                                  <p:stCondLst>
                                    <p:cond delay="0"/>
                                  </p:stCondLst>
                                  <p:childTnLst>
                                    <p:set>
                                      <p:cBhvr>
                                        <p:cTn id="266" dur="1" fill="hold">
                                          <p:stCondLst>
                                            <p:cond delay="0"/>
                                          </p:stCondLst>
                                        </p:cTn>
                                        <p:tgtEl>
                                          <p:spTgt spid="74">
                                            <p:txEl>
                                              <p:pRg st="0" end="0"/>
                                            </p:txEl>
                                          </p:spTgt>
                                        </p:tgtEl>
                                        <p:attrNameLst>
                                          <p:attrName>style.visibility</p:attrName>
                                        </p:attrNameLst>
                                      </p:cBhvr>
                                      <p:to>
                                        <p:strVal val="visible"/>
                                      </p:to>
                                    </p:set>
                                    <p:animEffect transition="in" filter="blinds(horizontal)">
                                      <p:cBhvr>
                                        <p:cTn id="267" dur="500"/>
                                        <p:tgtEl>
                                          <p:spTgt spid="74">
                                            <p:txEl>
                                              <p:pRg st="0" end="0"/>
                                            </p:txEl>
                                          </p:spTgt>
                                        </p:tgtEl>
                                      </p:cBhvr>
                                    </p:animEffect>
                                  </p:childTnLst>
                                </p:cTn>
                              </p:par>
                            </p:childTnLst>
                          </p:cTn>
                        </p:par>
                      </p:childTnLst>
                    </p:cTn>
                  </p:par>
                  <p:par>
                    <p:cTn id="268" fill="hold">
                      <p:stCondLst>
                        <p:cond delay="indefinite"/>
                      </p:stCondLst>
                      <p:childTnLst>
                        <p:par>
                          <p:cTn id="269" fill="hold">
                            <p:stCondLst>
                              <p:cond delay="0"/>
                            </p:stCondLst>
                            <p:childTnLst>
                              <p:par>
                                <p:cTn id="270" presetID="3" presetClass="entr" presetSubtype="10" fill="hold" grpId="1" nodeType="clickEffect">
                                  <p:stCondLst>
                                    <p:cond delay="0"/>
                                  </p:stCondLst>
                                  <p:childTnLst>
                                    <p:set>
                                      <p:cBhvr>
                                        <p:cTn id="271" dur="1" fill="hold">
                                          <p:stCondLst>
                                            <p:cond delay="0"/>
                                          </p:stCondLst>
                                        </p:cTn>
                                        <p:tgtEl>
                                          <p:spTgt spid="74">
                                            <p:txEl>
                                              <p:pRg st="0" end="0"/>
                                            </p:txEl>
                                          </p:spTgt>
                                        </p:tgtEl>
                                        <p:attrNameLst>
                                          <p:attrName>style.visibility</p:attrName>
                                        </p:attrNameLst>
                                      </p:cBhvr>
                                      <p:to>
                                        <p:strVal val="visible"/>
                                      </p:to>
                                    </p:set>
                                    <p:animEffect transition="in" filter="blinds(horizontal)">
                                      <p:cBhvr>
                                        <p:cTn id="272" dur="500"/>
                                        <p:tgtEl>
                                          <p:spTgt spid="74">
                                            <p:txEl>
                                              <p:pRg st="0" end="0"/>
                                            </p:txEl>
                                          </p:spTgt>
                                        </p:tgtEl>
                                      </p:cBhvr>
                                    </p:animEffect>
                                  </p:childTnLst>
                                </p:cTn>
                              </p:par>
                              <p:par>
                                <p:cTn id="273" presetID="3" presetClass="entr" presetSubtype="10" fill="hold" nodeType="withEffect">
                                  <p:stCondLst>
                                    <p:cond delay="0"/>
                                  </p:stCondLst>
                                  <p:childTnLst>
                                    <p:set>
                                      <p:cBhvr>
                                        <p:cTn id="274" dur="1" fill="hold">
                                          <p:stCondLst>
                                            <p:cond delay="0"/>
                                          </p:stCondLst>
                                        </p:cTn>
                                        <p:tgtEl>
                                          <p:spTgt spid="75"/>
                                        </p:tgtEl>
                                        <p:attrNameLst>
                                          <p:attrName>style.visibility</p:attrName>
                                        </p:attrNameLst>
                                      </p:cBhvr>
                                      <p:to>
                                        <p:strVal val="visible"/>
                                      </p:to>
                                    </p:set>
                                    <p:animEffect transition="in" filter="blinds(horizontal)">
                                      <p:cBhvr>
                                        <p:cTn id="275" dur="500"/>
                                        <p:tgtEl>
                                          <p:spTgt spid="75"/>
                                        </p:tgtEl>
                                      </p:cBhvr>
                                    </p:animEffect>
                                  </p:childTnLst>
                                </p:cTn>
                              </p:par>
                            </p:childTnLst>
                          </p:cTn>
                        </p:par>
                      </p:childTnLst>
                    </p:cTn>
                  </p:par>
                  <p:par>
                    <p:cTn id="276" fill="hold">
                      <p:stCondLst>
                        <p:cond delay="indefinite"/>
                      </p:stCondLst>
                      <p:childTnLst>
                        <p:par>
                          <p:cTn id="277" fill="hold">
                            <p:stCondLst>
                              <p:cond delay="0"/>
                            </p:stCondLst>
                            <p:childTnLst>
                              <p:par>
                                <p:cTn id="278" presetID="3" presetClass="entr" presetSubtype="10" fill="hold" nodeType="clickEffect">
                                  <p:stCondLst>
                                    <p:cond delay="0"/>
                                  </p:stCondLst>
                                  <p:childTnLst>
                                    <p:set>
                                      <p:cBhvr>
                                        <p:cTn id="279" dur="1" fill="hold">
                                          <p:stCondLst>
                                            <p:cond delay="0"/>
                                          </p:stCondLst>
                                        </p:cTn>
                                        <p:tgtEl>
                                          <p:spTgt spid="75"/>
                                        </p:tgtEl>
                                        <p:attrNameLst>
                                          <p:attrName>style.visibility</p:attrName>
                                        </p:attrNameLst>
                                      </p:cBhvr>
                                      <p:to>
                                        <p:strVal val="visible"/>
                                      </p:to>
                                    </p:set>
                                    <p:animEffect transition="in" filter="blinds(horizontal)">
                                      <p:cBhvr>
                                        <p:cTn id="280" dur="500"/>
                                        <p:tgtEl>
                                          <p:spTgt spid="75"/>
                                        </p:tgtEl>
                                      </p:cBhvr>
                                    </p:animEffect>
                                  </p:childTnLst>
                                </p:cTn>
                              </p:par>
                              <p:par>
                                <p:cTn id="281" presetID="3" presetClass="entr" presetSubtype="10" fill="hold" nodeType="withEffect">
                                  <p:stCondLst>
                                    <p:cond delay="0"/>
                                  </p:stCondLst>
                                  <p:childTnLst>
                                    <p:set>
                                      <p:cBhvr>
                                        <p:cTn id="282" dur="1" fill="hold">
                                          <p:stCondLst>
                                            <p:cond delay="0"/>
                                          </p:stCondLst>
                                        </p:cTn>
                                        <p:tgtEl>
                                          <p:spTgt spid="76"/>
                                        </p:tgtEl>
                                        <p:attrNameLst>
                                          <p:attrName>style.visibility</p:attrName>
                                        </p:attrNameLst>
                                      </p:cBhvr>
                                      <p:to>
                                        <p:strVal val="visible"/>
                                      </p:to>
                                    </p:set>
                                    <p:animEffect transition="in" filter="blinds(horizontal)">
                                      <p:cBhvr>
                                        <p:cTn id="283" dur="500"/>
                                        <p:tgtEl>
                                          <p:spTgt spid="76"/>
                                        </p:tgtEl>
                                      </p:cBhvr>
                                    </p:animEffect>
                                  </p:childTnLst>
                                </p:cTn>
                              </p:par>
                              <p:par>
                                <p:cTn id="284" presetID="3" presetClass="entr" presetSubtype="10" fill="hold" nodeType="withEffect">
                                  <p:stCondLst>
                                    <p:cond delay="0"/>
                                  </p:stCondLst>
                                  <p:childTnLst>
                                    <p:set>
                                      <p:cBhvr>
                                        <p:cTn id="285" dur="1" fill="hold">
                                          <p:stCondLst>
                                            <p:cond delay="0"/>
                                          </p:stCondLst>
                                        </p:cTn>
                                        <p:tgtEl>
                                          <p:spTgt spid="77"/>
                                        </p:tgtEl>
                                        <p:attrNameLst>
                                          <p:attrName>style.visibility</p:attrName>
                                        </p:attrNameLst>
                                      </p:cBhvr>
                                      <p:to>
                                        <p:strVal val="visible"/>
                                      </p:to>
                                    </p:set>
                                    <p:animEffect transition="in" filter="blinds(horizontal)">
                                      <p:cBhvr>
                                        <p:cTn id="286" dur="500"/>
                                        <p:tgtEl>
                                          <p:spTgt spid="77"/>
                                        </p:tgtEl>
                                      </p:cBhvr>
                                    </p:animEffect>
                                  </p:childTnLst>
                                </p:cTn>
                              </p:par>
                            </p:childTnLst>
                          </p:cTn>
                        </p:par>
                      </p:childTnLst>
                    </p:cTn>
                  </p:par>
                  <p:par>
                    <p:cTn id="287" fill="hold">
                      <p:stCondLst>
                        <p:cond delay="indefinite"/>
                      </p:stCondLst>
                      <p:childTnLst>
                        <p:par>
                          <p:cTn id="288" fill="hold">
                            <p:stCondLst>
                              <p:cond delay="0"/>
                            </p:stCondLst>
                            <p:childTnLst>
                              <p:par>
                                <p:cTn id="289" presetID="3" presetClass="entr" presetSubtype="10" fill="hold" grpId="0" nodeType="clickEffect">
                                  <p:stCondLst>
                                    <p:cond delay="0"/>
                                  </p:stCondLst>
                                  <p:childTnLst>
                                    <p:set>
                                      <p:cBhvr>
                                        <p:cTn id="290" dur="1" fill="hold">
                                          <p:stCondLst>
                                            <p:cond delay="0"/>
                                          </p:stCondLst>
                                        </p:cTn>
                                        <p:tgtEl>
                                          <p:spTgt spid="78">
                                            <p:txEl>
                                              <p:pRg st="0" end="0"/>
                                            </p:txEl>
                                          </p:spTgt>
                                        </p:tgtEl>
                                        <p:attrNameLst>
                                          <p:attrName>style.visibility</p:attrName>
                                        </p:attrNameLst>
                                      </p:cBhvr>
                                      <p:to>
                                        <p:strVal val="visible"/>
                                      </p:to>
                                    </p:set>
                                    <p:animEffect transition="in" filter="blinds(horizontal)">
                                      <p:cBhvr>
                                        <p:cTn id="291" dur="500"/>
                                        <p:tgtEl>
                                          <p:spTgt spid="78">
                                            <p:txEl>
                                              <p:pRg st="0" end="0"/>
                                            </p:txEl>
                                          </p:spTgt>
                                        </p:tgtEl>
                                      </p:cBhvr>
                                    </p:animEffect>
                                  </p:childTnLst>
                                </p:cTn>
                              </p:par>
                            </p:childTnLst>
                          </p:cTn>
                        </p:par>
                      </p:childTnLst>
                    </p:cTn>
                  </p:par>
                  <p:par>
                    <p:cTn id="292" fill="hold">
                      <p:stCondLst>
                        <p:cond delay="indefinite"/>
                      </p:stCondLst>
                      <p:childTnLst>
                        <p:par>
                          <p:cTn id="293" fill="hold">
                            <p:stCondLst>
                              <p:cond delay="0"/>
                            </p:stCondLst>
                            <p:childTnLst>
                              <p:par>
                                <p:cTn id="294" presetID="3" presetClass="entr" presetSubtype="10" fill="hold" grpId="1" nodeType="clickEffect">
                                  <p:stCondLst>
                                    <p:cond delay="0"/>
                                  </p:stCondLst>
                                  <p:childTnLst>
                                    <p:set>
                                      <p:cBhvr>
                                        <p:cTn id="295" dur="1" fill="hold">
                                          <p:stCondLst>
                                            <p:cond delay="0"/>
                                          </p:stCondLst>
                                        </p:cTn>
                                        <p:tgtEl>
                                          <p:spTgt spid="78">
                                            <p:txEl>
                                              <p:pRg st="0" end="0"/>
                                            </p:txEl>
                                          </p:spTgt>
                                        </p:tgtEl>
                                        <p:attrNameLst>
                                          <p:attrName>style.visibility</p:attrName>
                                        </p:attrNameLst>
                                      </p:cBhvr>
                                      <p:to>
                                        <p:strVal val="visible"/>
                                      </p:to>
                                    </p:set>
                                    <p:animEffect transition="in" filter="blinds(horizontal)">
                                      <p:cBhvr>
                                        <p:cTn id="296" dur="500"/>
                                        <p:tgtEl>
                                          <p:spTgt spid="78">
                                            <p:txEl>
                                              <p:pRg st="0" end="0"/>
                                            </p:txEl>
                                          </p:spTgt>
                                        </p:tgtEl>
                                      </p:cBhvr>
                                    </p:animEffect>
                                  </p:childTnLst>
                                </p:cTn>
                              </p:par>
                            </p:childTnLst>
                          </p:cTn>
                        </p:par>
                      </p:childTnLst>
                    </p:cTn>
                  </p:par>
                  <p:par>
                    <p:cTn id="297" fill="hold">
                      <p:stCondLst>
                        <p:cond delay="indefinite"/>
                      </p:stCondLst>
                      <p:childTnLst>
                        <p:par>
                          <p:cTn id="298" fill="hold">
                            <p:stCondLst>
                              <p:cond delay="0"/>
                            </p:stCondLst>
                            <p:childTnLst>
                              <p:par>
                                <p:cTn id="299" presetID="3" presetClass="entr" presetSubtype="10" fill="hold" grpId="0" nodeType="clickEffect">
                                  <p:stCondLst>
                                    <p:cond delay="0"/>
                                  </p:stCondLst>
                                  <p:childTnLst>
                                    <p:set>
                                      <p:cBhvr>
                                        <p:cTn id="300" dur="1" fill="hold">
                                          <p:stCondLst>
                                            <p:cond delay="0"/>
                                          </p:stCondLst>
                                        </p:cTn>
                                        <p:tgtEl>
                                          <p:spTgt spid="81">
                                            <p:txEl>
                                              <p:pRg st="0" end="0"/>
                                            </p:txEl>
                                          </p:spTgt>
                                        </p:tgtEl>
                                        <p:attrNameLst>
                                          <p:attrName>style.visibility</p:attrName>
                                        </p:attrNameLst>
                                      </p:cBhvr>
                                      <p:to>
                                        <p:strVal val="visible"/>
                                      </p:to>
                                    </p:set>
                                    <p:animEffect transition="in" filter="blinds(horizontal)">
                                      <p:cBhvr>
                                        <p:cTn id="301" dur="500"/>
                                        <p:tgtEl>
                                          <p:spTgt spid="81">
                                            <p:txEl>
                                              <p:pRg st="0" end="0"/>
                                            </p:txEl>
                                          </p:spTgt>
                                        </p:tgtEl>
                                      </p:cBhvr>
                                    </p:animEffect>
                                  </p:childTnLst>
                                </p:cTn>
                              </p:par>
                            </p:childTnLst>
                          </p:cTn>
                        </p:par>
                      </p:childTnLst>
                    </p:cTn>
                  </p:par>
                  <p:par>
                    <p:cTn id="302" fill="hold">
                      <p:stCondLst>
                        <p:cond delay="indefinite"/>
                      </p:stCondLst>
                      <p:childTnLst>
                        <p:par>
                          <p:cTn id="303" fill="hold">
                            <p:stCondLst>
                              <p:cond delay="0"/>
                            </p:stCondLst>
                            <p:childTnLst>
                              <p:par>
                                <p:cTn id="304" presetID="3" presetClass="entr" presetSubtype="10" fill="hold" grpId="1" nodeType="clickEffect">
                                  <p:stCondLst>
                                    <p:cond delay="0"/>
                                  </p:stCondLst>
                                  <p:childTnLst>
                                    <p:set>
                                      <p:cBhvr>
                                        <p:cTn id="305" dur="1" fill="hold">
                                          <p:stCondLst>
                                            <p:cond delay="0"/>
                                          </p:stCondLst>
                                        </p:cTn>
                                        <p:tgtEl>
                                          <p:spTgt spid="81">
                                            <p:txEl>
                                              <p:pRg st="0" end="0"/>
                                            </p:txEl>
                                          </p:spTgt>
                                        </p:tgtEl>
                                        <p:attrNameLst>
                                          <p:attrName>style.visibility</p:attrName>
                                        </p:attrNameLst>
                                      </p:cBhvr>
                                      <p:to>
                                        <p:strVal val="visible"/>
                                      </p:to>
                                    </p:set>
                                    <p:animEffect transition="in" filter="blinds(horizontal)">
                                      <p:cBhvr>
                                        <p:cTn id="306" dur="500"/>
                                        <p:tgtEl>
                                          <p:spTgt spid="81">
                                            <p:txEl>
                                              <p:pRg st="0" end="0"/>
                                            </p:txEl>
                                          </p:spTgt>
                                        </p:tgtEl>
                                      </p:cBhvr>
                                    </p:animEffect>
                                  </p:childTnLst>
                                </p:cTn>
                              </p:par>
                            </p:childTnLst>
                          </p:cTn>
                        </p:par>
                      </p:childTnLst>
                    </p:cTn>
                  </p:par>
                  <p:par>
                    <p:cTn id="307" fill="hold">
                      <p:stCondLst>
                        <p:cond delay="indefinite"/>
                      </p:stCondLst>
                      <p:childTnLst>
                        <p:par>
                          <p:cTn id="308" fill="hold">
                            <p:stCondLst>
                              <p:cond delay="0"/>
                            </p:stCondLst>
                            <p:childTnLst>
                              <p:par>
                                <p:cTn id="309" presetID="3" presetClass="entr" presetSubtype="10" fill="hold" nodeType="clickEffect">
                                  <p:stCondLst>
                                    <p:cond delay="0"/>
                                  </p:stCondLst>
                                  <p:childTnLst>
                                    <p:set>
                                      <p:cBhvr>
                                        <p:cTn id="310" dur="1" fill="hold">
                                          <p:stCondLst>
                                            <p:cond delay="0"/>
                                          </p:stCondLst>
                                        </p:cTn>
                                        <p:tgtEl>
                                          <p:spTgt spid="82"/>
                                        </p:tgtEl>
                                        <p:attrNameLst>
                                          <p:attrName>style.visibility</p:attrName>
                                        </p:attrNameLst>
                                      </p:cBhvr>
                                      <p:to>
                                        <p:strVal val="visible"/>
                                      </p:to>
                                    </p:set>
                                    <p:animEffect transition="in" filter="blinds(horizontal)">
                                      <p:cBhvr>
                                        <p:cTn id="311" dur="500"/>
                                        <p:tgtEl>
                                          <p:spTgt spid="82"/>
                                        </p:tgtEl>
                                      </p:cBhvr>
                                    </p:animEffect>
                                  </p:childTnLst>
                                </p:cTn>
                              </p:par>
                            </p:childTnLst>
                          </p:cTn>
                        </p:par>
                      </p:childTnLst>
                    </p:cTn>
                  </p:par>
                  <p:par>
                    <p:cTn id="312" fill="hold">
                      <p:stCondLst>
                        <p:cond delay="indefinite"/>
                      </p:stCondLst>
                      <p:childTnLst>
                        <p:par>
                          <p:cTn id="313" fill="hold">
                            <p:stCondLst>
                              <p:cond delay="0"/>
                            </p:stCondLst>
                            <p:childTnLst>
                              <p:par>
                                <p:cTn id="314" presetID="3" presetClass="entr" presetSubtype="10" fill="hold" grpId="0" nodeType="clickEffect">
                                  <p:stCondLst>
                                    <p:cond delay="0"/>
                                  </p:stCondLst>
                                  <p:childTnLst>
                                    <p:set>
                                      <p:cBhvr>
                                        <p:cTn id="315" dur="1" fill="hold">
                                          <p:stCondLst>
                                            <p:cond delay="0"/>
                                          </p:stCondLst>
                                        </p:cTn>
                                        <p:tgtEl>
                                          <p:spTgt spid="83">
                                            <p:txEl>
                                              <p:pRg st="0" end="0"/>
                                            </p:txEl>
                                          </p:spTgt>
                                        </p:tgtEl>
                                        <p:attrNameLst>
                                          <p:attrName>style.visibility</p:attrName>
                                        </p:attrNameLst>
                                      </p:cBhvr>
                                      <p:to>
                                        <p:strVal val="visible"/>
                                      </p:to>
                                    </p:set>
                                    <p:animEffect transition="in" filter="blinds(horizontal)">
                                      <p:cBhvr>
                                        <p:cTn id="316" dur="500"/>
                                        <p:tgtEl>
                                          <p:spTgt spid="83">
                                            <p:txEl>
                                              <p:pRg st="0" end="0"/>
                                            </p:txEl>
                                          </p:spTgt>
                                        </p:tgtEl>
                                      </p:cBhvr>
                                    </p:animEffect>
                                  </p:childTnLst>
                                </p:cTn>
                              </p:par>
                            </p:childTnLst>
                          </p:cTn>
                        </p:par>
                      </p:childTnLst>
                    </p:cTn>
                  </p:par>
                  <p:par>
                    <p:cTn id="317" fill="hold">
                      <p:stCondLst>
                        <p:cond delay="indefinite"/>
                      </p:stCondLst>
                      <p:childTnLst>
                        <p:par>
                          <p:cTn id="318" fill="hold">
                            <p:stCondLst>
                              <p:cond delay="0"/>
                            </p:stCondLst>
                            <p:childTnLst>
                              <p:par>
                                <p:cTn id="319" presetID="3" presetClass="entr" presetSubtype="10" fill="hold" grpId="1" nodeType="clickEffect">
                                  <p:stCondLst>
                                    <p:cond delay="0"/>
                                  </p:stCondLst>
                                  <p:childTnLst>
                                    <p:set>
                                      <p:cBhvr>
                                        <p:cTn id="320" dur="1" fill="hold">
                                          <p:stCondLst>
                                            <p:cond delay="0"/>
                                          </p:stCondLst>
                                        </p:cTn>
                                        <p:tgtEl>
                                          <p:spTgt spid="83">
                                            <p:txEl>
                                              <p:pRg st="0" end="0"/>
                                            </p:txEl>
                                          </p:spTgt>
                                        </p:tgtEl>
                                        <p:attrNameLst>
                                          <p:attrName>style.visibility</p:attrName>
                                        </p:attrNameLst>
                                      </p:cBhvr>
                                      <p:to>
                                        <p:strVal val="visible"/>
                                      </p:to>
                                    </p:set>
                                    <p:animEffect transition="in" filter="blinds(horizontal)">
                                      <p:cBhvr>
                                        <p:cTn id="321" dur="500"/>
                                        <p:tgtEl>
                                          <p:spTgt spid="83">
                                            <p:txEl>
                                              <p:pRg st="0" end="0"/>
                                            </p:txEl>
                                          </p:spTgt>
                                        </p:tgtEl>
                                      </p:cBhvr>
                                    </p:animEffect>
                                  </p:childTnLst>
                                </p:cTn>
                              </p:par>
                              <p:par>
                                <p:cTn id="322" presetID="3" presetClass="entr" presetSubtype="10" fill="hold" nodeType="withEffect">
                                  <p:stCondLst>
                                    <p:cond delay="0"/>
                                  </p:stCondLst>
                                  <p:childTnLst>
                                    <p:set>
                                      <p:cBhvr>
                                        <p:cTn id="323" dur="1" fill="hold">
                                          <p:stCondLst>
                                            <p:cond delay="0"/>
                                          </p:stCondLst>
                                        </p:cTn>
                                        <p:tgtEl>
                                          <p:spTgt spid="90"/>
                                        </p:tgtEl>
                                        <p:attrNameLst>
                                          <p:attrName>style.visibility</p:attrName>
                                        </p:attrNameLst>
                                      </p:cBhvr>
                                      <p:to>
                                        <p:strVal val="visible"/>
                                      </p:to>
                                    </p:set>
                                    <p:animEffect transition="in" filter="blinds(horizontal)">
                                      <p:cBhvr>
                                        <p:cTn id="324" dur="500"/>
                                        <p:tgtEl>
                                          <p:spTgt spid="90"/>
                                        </p:tgtEl>
                                      </p:cBhvr>
                                    </p:animEffect>
                                  </p:childTnLst>
                                </p:cTn>
                              </p:par>
                            </p:childTnLst>
                          </p:cTn>
                        </p:par>
                      </p:childTnLst>
                    </p:cTn>
                  </p:par>
                  <p:par>
                    <p:cTn id="325" fill="hold">
                      <p:stCondLst>
                        <p:cond delay="indefinite"/>
                      </p:stCondLst>
                      <p:childTnLst>
                        <p:par>
                          <p:cTn id="326" fill="hold">
                            <p:stCondLst>
                              <p:cond delay="0"/>
                            </p:stCondLst>
                            <p:childTnLst>
                              <p:par>
                                <p:cTn id="327" presetID="3" presetClass="entr" presetSubtype="10" fill="hold" nodeType="clickEffect">
                                  <p:stCondLst>
                                    <p:cond delay="0"/>
                                  </p:stCondLst>
                                  <p:childTnLst>
                                    <p:set>
                                      <p:cBhvr>
                                        <p:cTn id="328" dur="1" fill="hold">
                                          <p:stCondLst>
                                            <p:cond delay="0"/>
                                          </p:stCondLst>
                                        </p:cTn>
                                        <p:tgtEl>
                                          <p:spTgt spid="90"/>
                                        </p:tgtEl>
                                        <p:attrNameLst>
                                          <p:attrName>style.visibility</p:attrName>
                                        </p:attrNameLst>
                                      </p:cBhvr>
                                      <p:to>
                                        <p:strVal val="visible"/>
                                      </p:to>
                                    </p:set>
                                    <p:animEffect transition="in" filter="blinds(horizontal)">
                                      <p:cBhvr>
                                        <p:cTn id="329" dur="500"/>
                                        <p:tgtEl>
                                          <p:spTgt spid="90"/>
                                        </p:tgtEl>
                                      </p:cBhvr>
                                    </p:animEffect>
                                  </p:childTnLst>
                                </p:cTn>
                              </p:par>
                            </p:childTnLst>
                          </p:cTn>
                        </p:par>
                      </p:childTnLst>
                    </p:cTn>
                  </p:par>
                  <p:par>
                    <p:cTn id="330" fill="hold">
                      <p:stCondLst>
                        <p:cond delay="indefinite"/>
                      </p:stCondLst>
                      <p:childTnLst>
                        <p:par>
                          <p:cTn id="331" fill="hold">
                            <p:stCondLst>
                              <p:cond delay="0"/>
                            </p:stCondLst>
                            <p:childTnLst>
                              <p:par>
                                <p:cTn id="332" presetID="3" presetClass="entr" presetSubtype="10" fill="hold" nodeType="clickEffect">
                                  <p:stCondLst>
                                    <p:cond delay="0"/>
                                  </p:stCondLst>
                                  <p:childTnLst>
                                    <p:set>
                                      <p:cBhvr>
                                        <p:cTn id="333" dur="1" fill="hold">
                                          <p:stCondLst>
                                            <p:cond delay="0"/>
                                          </p:stCondLst>
                                        </p:cTn>
                                        <p:tgtEl>
                                          <p:spTgt spid="92"/>
                                        </p:tgtEl>
                                        <p:attrNameLst>
                                          <p:attrName>style.visibility</p:attrName>
                                        </p:attrNameLst>
                                      </p:cBhvr>
                                      <p:to>
                                        <p:strVal val="visible"/>
                                      </p:to>
                                    </p:set>
                                    <p:animEffect transition="in" filter="blinds(horizontal)">
                                      <p:cBhvr>
                                        <p:cTn id="334" dur="500"/>
                                        <p:tgtEl>
                                          <p:spTgt spid="92"/>
                                        </p:tgtEl>
                                      </p:cBhvr>
                                    </p:animEffect>
                                  </p:childTnLst>
                                </p:cTn>
                              </p:par>
                            </p:childTnLst>
                          </p:cTn>
                        </p:par>
                      </p:childTnLst>
                    </p:cTn>
                  </p:par>
                  <p:par>
                    <p:cTn id="335" fill="hold">
                      <p:stCondLst>
                        <p:cond delay="indefinite"/>
                      </p:stCondLst>
                      <p:childTnLst>
                        <p:par>
                          <p:cTn id="336" fill="hold">
                            <p:stCondLst>
                              <p:cond delay="0"/>
                            </p:stCondLst>
                            <p:childTnLst>
                              <p:par>
                                <p:cTn id="337" presetID="3" presetClass="entr" presetSubtype="10" fill="hold" grpId="0" nodeType="clickEffect">
                                  <p:stCondLst>
                                    <p:cond delay="0"/>
                                  </p:stCondLst>
                                  <p:childTnLst>
                                    <p:set>
                                      <p:cBhvr>
                                        <p:cTn id="338" dur="1" fill="hold">
                                          <p:stCondLst>
                                            <p:cond delay="0"/>
                                          </p:stCondLst>
                                        </p:cTn>
                                        <p:tgtEl>
                                          <p:spTgt spid="93">
                                            <p:txEl>
                                              <p:pRg st="0" end="0"/>
                                            </p:txEl>
                                          </p:spTgt>
                                        </p:tgtEl>
                                        <p:attrNameLst>
                                          <p:attrName>style.visibility</p:attrName>
                                        </p:attrNameLst>
                                      </p:cBhvr>
                                      <p:to>
                                        <p:strVal val="visible"/>
                                      </p:to>
                                    </p:set>
                                    <p:animEffect transition="in" filter="blinds(horizontal)">
                                      <p:cBhvr>
                                        <p:cTn id="339"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16" grpId="0" build="p"/>
      <p:bldP spid="16" grpId="1" build="allAtOnce"/>
      <p:bldP spid="24" grpId="0" build="p"/>
      <p:bldP spid="24" grpId="1" build="allAtOnce"/>
      <p:bldP spid="25" grpId="0" build="p"/>
      <p:bldP spid="25" grpId="1" build="allAtOnce"/>
      <p:bldP spid="30" grpId="0" build="p"/>
      <p:bldP spid="30" grpId="1" build="allAtOnce"/>
      <p:bldP spid="31" grpId="0" build="p"/>
      <p:bldP spid="31" grpId="1" build="allAtOnce"/>
      <p:bldP spid="36" grpId="0" build="p"/>
      <p:bldP spid="36" grpId="1" build="allAtOnce"/>
      <p:bldP spid="37" grpId="0" build="p"/>
      <p:bldP spid="37" grpId="1" build="allAtOnce"/>
      <p:bldP spid="41" grpId="0" build="p"/>
      <p:bldP spid="41" grpId="1" build="allAtOnce"/>
      <p:bldP spid="42" grpId="0" build="p"/>
      <p:bldP spid="42" grpId="1" build="allAtOnce"/>
      <p:bldP spid="45" grpId="0" build="p"/>
      <p:bldP spid="45" grpId="1" build="allAtOnce"/>
      <p:bldP spid="46" grpId="0" build="p"/>
      <p:bldP spid="46" grpId="1" build="allAtOnce"/>
      <p:bldP spid="49" grpId="0" build="p"/>
      <p:bldP spid="49" grpId="1" build="allAtOnce"/>
      <p:bldP spid="50" grpId="0" build="p"/>
      <p:bldP spid="50" grpId="1" build="allAtOnce"/>
      <p:bldP spid="53" grpId="0" build="p"/>
      <p:bldP spid="53" grpId="1" build="allAtOnce"/>
      <p:bldP spid="54" grpId="0" build="p"/>
      <p:bldP spid="54" grpId="1" build="allAtOnce"/>
      <p:bldP spid="57" grpId="0" build="p"/>
      <p:bldP spid="57" grpId="1" build="allAtOnce"/>
      <p:bldP spid="66" grpId="0" build="p"/>
      <p:bldP spid="66" grpId="1" build="allAtOnce"/>
      <p:bldP spid="74" grpId="0" build="p"/>
      <p:bldP spid="74" grpId="1" build="allAtOnce"/>
      <p:bldP spid="78" grpId="0" build="p"/>
      <p:bldP spid="78" grpId="1" build="allAtOnce"/>
      <p:bldP spid="81" grpId="0" build="p"/>
      <p:bldP spid="81" grpId="1" build="allAtOnce"/>
      <p:bldP spid="83" grpId="0" build="p"/>
      <p:bldP spid="83" grpId="1" build="allAtOnce"/>
      <p:bldP spid="9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Query Session</a:t>
            </a:r>
            <a:endParaRPr lang="en-US" b="1" dirty="0"/>
          </a:p>
        </p:txBody>
      </p:sp>
      <p:sp>
        <p:nvSpPr>
          <p:cNvPr id="17" name="Rectangle 16"/>
          <p:cNvSpPr/>
          <p:nvPr/>
        </p:nvSpPr>
        <p:spPr>
          <a:xfrm>
            <a:off x="2208521" y="3060100"/>
            <a:ext cx="4775375"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0" name="Rectangle 19"/>
          <p:cNvSpPr/>
          <p:nvPr/>
        </p:nvSpPr>
        <p:spPr>
          <a:xfrm>
            <a:off x="4368624" y="1880657"/>
            <a:ext cx="4775376"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1" name="Rectangle 20"/>
          <p:cNvSpPr/>
          <p:nvPr/>
        </p:nvSpPr>
        <p:spPr>
          <a:xfrm>
            <a:off x="167684" y="4226284"/>
            <a:ext cx="4801881"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4" name="Rectangle 23"/>
          <p:cNvSpPr/>
          <p:nvPr/>
        </p:nvSpPr>
        <p:spPr>
          <a:xfrm>
            <a:off x="0" y="1907161"/>
            <a:ext cx="4810539"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5" name="Rectangle 24"/>
          <p:cNvSpPr/>
          <p:nvPr/>
        </p:nvSpPr>
        <p:spPr>
          <a:xfrm>
            <a:off x="4421761" y="4266041"/>
            <a:ext cx="4722239"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xit" presetSubtype="4" fill="hold" grpId="2" nodeType="afterEffect">
                                  <p:stCondLst>
                                    <p:cond delay="0"/>
                                  </p:stCondLst>
                                  <p:childTnLst>
                                    <p:anim calcmode="lin" valueType="num">
                                      <p:cBhvr additive="base">
                                        <p:cTn id="15" dur="500"/>
                                        <p:tgtEl>
                                          <p:spTgt spid="17"/>
                                        </p:tgtEl>
                                        <p:attrNameLst>
                                          <p:attrName>ppt_x</p:attrName>
                                        </p:attrNameLst>
                                      </p:cBhvr>
                                      <p:tavLst>
                                        <p:tav tm="0">
                                          <p:val>
                                            <p:strVal val="ppt_x"/>
                                          </p:val>
                                        </p:tav>
                                        <p:tav tm="100000">
                                          <p:val>
                                            <p:strVal val="ppt_x"/>
                                          </p:val>
                                        </p:tav>
                                      </p:tavLst>
                                    </p:anim>
                                    <p:anim calcmode="lin" valueType="num">
                                      <p:cBhvr additive="base">
                                        <p:cTn id="16" dur="500"/>
                                        <p:tgtEl>
                                          <p:spTgt spid="17"/>
                                        </p:tgtEl>
                                        <p:attrNameLst>
                                          <p:attrName>ppt_y</p:attrName>
                                        </p:attrNameLst>
                                      </p:cBhvr>
                                      <p:tavLst>
                                        <p:tav tm="0">
                                          <p:val>
                                            <p:strVal val="ppt_y"/>
                                          </p:val>
                                        </p:tav>
                                        <p:tav tm="100000">
                                          <p:val>
                                            <p:strVal val="1+ppt_h/2"/>
                                          </p:val>
                                        </p:tav>
                                      </p:tavLst>
                                    </p:anim>
                                    <p:set>
                                      <p:cBhvr>
                                        <p:cTn id="17" dur="1" fill="hold">
                                          <p:stCondLst>
                                            <p:cond delay="499"/>
                                          </p:stCondLst>
                                        </p:cTn>
                                        <p:tgtEl>
                                          <p:spTgt spid="17"/>
                                        </p:tgtEl>
                                        <p:attrNameLst>
                                          <p:attrName>style.visibility</p:attrName>
                                        </p:attrNameLst>
                                      </p:cBhvr>
                                      <p:to>
                                        <p:strVal val="hidden"/>
                                      </p:to>
                                    </p:set>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xit" presetSubtype="4" fill="hold" grpId="2" nodeType="afterEffect">
                                  <p:stCondLst>
                                    <p:cond delay="0"/>
                                  </p:stCondLst>
                                  <p:childTnLst>
                                    <p:anim calcmode="lin" valueType="num">
                                      <p:cBhvr additive="base">
                                        <p:cTn id="25" dur="500"/>
                                        <p:tgtEl>
                                          <p:spTgt spid="20"/>
                                        </p:tgtEl>
                                        <p:attrNameLst>
                                          <p:attrName>ppt_x</p:attrName>
                                        </p:attrNameLst>
                                      </p:cBhvr>
                                      <p:tavLst>
                                        <p:tav tm="0">
                                          <p:val>
                                            <p:strVal val="ppt_x"/>
                                          </p:val>
                                        </p:tav>
                                        <p:tav tm="100000">
                                          <p:val>
                                            <p:strVal val="ppt_x"/>
                                          </p:val>
                                        </p:tav>
                                      </p:tavLst>
                                    </p:anim>
                                    <p:anim calcmode="lin" valueType="num">
                                      <p:cBhvr additive="base">
                                        <p:cTn id="26" dur="500"/>
                                        <p:tgtEl>
                                          <p:spTgt spid="20"/>
                                        </p:tgtEl>
                                        <p:attrNameLst>
                                          <p:attrName>ppt_y</p:attrName>
                                        </p:attrNameLst>
                                      </p:cBhvr>
                                      <p:tavLst>
                                        <p:tav tm="0">
                                          <p:val>
                                            <p:strVal val="ppt_y"/>
                                          </p:val>
                                        </p:tav>
                                        <p:tav tm="100000">
                                          <p:val>
                                            <p:strVal val="1+ppt_h/2"/>
                                          </p:val>
                                        </p:tav>
                                      </p:tavLst>
                                    </p:anim>
                                    <p:set>
                                      <p:cBhvr>
                                        <p:cTn id="27" dur="1" fill="hold">
                                          <p:stCondLst>
                                            <p:cond delay="499"/>
                                          </p:stCondLst>
                                        </p:cTn>
                                        <p:tgtEl>
                                          <p:spTgt spid="20"/>
                                        </p:tgtEl>
                                        <p:attrNameLst>
                                          <p:attrName>style.visibility</p:attrName>
                                        </p:attrNameLst>
                                      </p:cBhvr>
                                      <p:to>
                                        <p:strVal val="hidden"/>
                                      </p:to>
                                    </p:set>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xit" presetSubtype="4" fill="hold" grpId="2" nodeType="afterEffect">
                                  <p:stCondLst>
                                    <p:cond delay="0"/>
                                  </p:stCondLst>
                                  <p:childTnLst>
                                    <p:anim calcmode="lin" valueType="num">
                                      <p:cBhvr additive="base">
                                        <p:cTn id="35" dur="500"/>
                                        <p:tgtEl>
                                          <p:spTgt spid="21"/>
                                        </p:tgtEl>
                                        <p:attrNameLst>
                                          <p:attrName>ppt_x</p:attrName>
                                        </p:attrNameLst>
                                      </p:cBhvr>
                                      <p:tavLst>
                                        <p:tav tm="0">
                                          <p:val>
                                            <p:strVal val="ppt_x"/>
                                          </p:val>
                                        </p:tav>
                                        <p:tav tm="100000">
                                          <p:val>
                                            <p:strVal val="ppt_x"/>
                                          </p:val>
                                        </p:tav>
                                      </p:tavLst>
                                    </p:anim>
                                    <p:anim calcmode="lin" valueType="num">
                                      <p:cBhvr additive="base">
                                        <p:cTn id="36" dur="500"/>
                                        <p:tgtEl>
                                          <p:spTgt spid="21"/>
                                        </p:tgtEl>
                                        <p:attrNameLst>
                                          <p:attrName>ppt_y</p:attrName>
                                        </p:attrNameLst>
                                      </p:cBhvr>
                                      <p:tavLst>
                                        <p:tav tm="0">
                                          <p:val>
                                            <p:strVal val="ppt_y"/>
                                          </p:val>
                                        </p:tav>
                                        <p:tav tm="100000">
                                          <p:val>
                                            <p:strVal val="1+ppt_h/2"/>
                                          </p:val>
                                        </p:tav>
                                      </p:tavLst>
                                    </p:anim>
                                    <p:set>
                                      <p:cBhvr>
                                        <p:cTn id="37" dur="1" fill="hold">
                                          <p:stCondLst>
                                            <p:cond delay="499"/>
                                          </p:stCondLst>
                                        </p:cTn>
                                        <p:tgtEl>
                                          <p:spTgt spid="21"/>
                                        </p:tgtEl>
                                        <p:attrNameLst>
                                          <p:attrName>style.visibility</p:attrName>
                                        </p:attrNameLst>
                                      </p:cBhvr>
                                      <p:to>
                                        <p:strVal val="hidden"/>
                                      </p:to>
                                    </p:set>
                                  </p:childTnLst>
                                </p:cTn>
                              </p:par>
                            </p:childTnLst>
                          </p:cTn>
                        </p:par>
                        <p:par>
                          <p:cTn id="38" fill="hold">
                            <p:stCondLst>
                              <p:cond delay="3500"/>
                            </p:stCondLst>
                            <p:childTnLst>
                              <p:par>
                                <p:cTn id="39" presetID="2" presetClass="entr" presetSubtype="4"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 presetClass="exit" presetSubtype="4" fill="hold" grpId="1" nodeType="afterEffect">
                                  <p:stCondLst>
                                    <p:cond delay="0"/>
                                  </p:stCondLst>
                                  <p:childTnLst>
                                    <p:anim calcmode="lin" valueType="num">
                                      <p:cBhvr additive="base">
                                        <p:cTn id="45" dur="500"/>
                                        <p:tgtEl>
                                          <p:spTgt spid="24"/>
                                        </p:tgtEl>
                                        <p:attrNameLst>
                                          <p:attrName>ppt_x</p:attrName>
                                        </p:attrNameLst>
                                      </p:cBhvr>
                                      <p:tavLst>
                                        <p:tav tm="0">
                                          <p:val>
                                            <p:strVal val="ppt_x"/>
                                          </p:val>
                                        </p:tav>
                                        <p:tav tm="100000">
                                          <p:val>
                                            <p:strVal val="ppt_x"/>
                                          </p:val>
                                        </p:tav>
                                      </p:tavLst>
                                    </p:anim>
                                    <p:anim calcmode="lin" valueType="num">
                                      <p:cBhvr additive="base">
                                        <p:cTn id="46" dur="500"/>
                                        <p:tgtEl>
                                          <p:spTgt spid="24"/>
                                        </p:tgtEl>
                                        <p:attrNameLst>
                                          <p:attrName>ppt_y</p:attrName>
                                        </p:attrNameLst>
                                      </p:cBhvr>
                                      <p:tavLst>
                                        <p:tav tm="0">
                                          <p:val>
                                            <p:strVal val="ppt_y"/>
                                          </p:val>
                                        </p:tav>
                                        <p:tav tm="100000">
                                          <p:val>
                                            <p:strVal val="1+ppt_h/2"/>
                                          </p:val>
                                        </p:tav>
                                      </p:tavLst>
                                    </p:anim>
                                    <p:set>
                                      <p:cBhvr>
                                        <p:cTn id="47" dur="1" fill="hold">
                                          <p:stCondLst>
                                            <p:cond delay="499"/>
                                          </p:stCondLst>
                                        </p:cTn>
                                        <p:tgtEl>
                                          <p:spTgt spid="24"/>
                                        </p:tgtEl>
                                        <p:attrNameLst>
                                          <p:attrName>style.visibility</p:attrName>
                                        </p:attrNameLst>
                                      </p:cBhvr>
                                      <p:to>
                                        <p:strVal val="hidden"/>
                                      </p:to>
                                    </p:set>
                                  </p:childTnLst>
                                </p:cTn>
                              </p:par>
                            </p:childTnLst>
                          </p:cTn>
                        </p:par>
                        <p:par>
                          <p:cTn id="48" fill="hold">
                            <p:stCondLst>
                              <p:cond delay="4500"/>
                            </p:stCondLst>
                            <p:childTnLst>
                              <p:par>
                                <p:cTn id="49" presetID="2" presetClass="entr" presetSubtype="4"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17" grpId="0" animBg="1"/>
      <p:bldP spid="17" grpId="2" animBg="1"/>
      <p:bldP spid="20" grpId="0" animBg="1"/>
      <p:bldP spid="20" grpId="2" animBg="1"/>
      <p:bldP spid="21" grpId="0" animBg="1"/>
      <p:bldP spid="21" grpId="2" animBg="1"/>
      <p:bldP spid="24" grpId="0" animBg="1"/>
      <p:bldP spid="24" grpId="1"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Thanks</a:t>
            </a:r>
            <a:endParaRPr lang="en-US" b="1" dirty="0"/>
          </a:p>
        </p:txBody>
      </p:sp>
      <p:sp>
        <p:nvSpPr>
          <p:cNvPr id="25" name="Rectangle 24"/>
          <p:cNvSpPr/>
          <p:nvPr/>
        </p:nvSpPr>
        <p:spPr>
          <a:xfrm>
            <a:off x="4421761" y="4266041"/>
            <a:ext cx="4722239" cy="923330"/>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Stay blessed!</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Bibliography</a:t>
            </a:r>
            <a:endParaRPr lang="en-US" b="1" dirty="0"/>
          </a:p>
        </p:txBody>
      </p:sp>
      <p:sp>
        <p:nvSpPr>
          <p:cNvPr id="8" name="TextBox 7"/>
          <p:cNvSpPr txBox="1"/>
          <p:nvPr/>
        </p:nvSpPr>
        <p:spPr>
          <a:xfrm>
            <a:off x="1378226" y="1550507"/>
            <a:ext cx="5314122" cy="5262979"/>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l">
              <a:buFont typeface="Arial" pitchFamily="34" charset="0"/>
              <a:buChar char="•"/>
            </a:pPr>
            <a:r>
              <a:rPr lang="en-US" sz="1400" b="1" dirty="0" smtClean="0">
                <a:solidFill>
                  <a:schemeClr val="accent1">
                    <a:lumMod val="90000"/>
                  </a:schemeClr>
                </a:solidFill>
                <a:latin typeface="+mj-lt"/>
                <a:hlinkClick r:id="rId3"/>
              </a:rPr>
              <a:t>http://www.personal.uni-jena.de/~x4diho/FORM.Generative%20grammar%20theory.pdf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4"/>
              </a:rPr>
              <a:t>https://linguistics.stonybrook.edu/files/undergrad_theses/mcadams.pdf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5"/>
              </a:rPr>
              <a:t>http://linguistics.arizona.edu/sites/linguistics.arizona.edu/files/3.Carnie%20Chapter1%20Introduction.pdf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6"/>
              </a:rPr>
              <a:t>http://dingo.sbs.arizona.edu/~massimo/publications/PDF/MPPCecchetto1.pdf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7"/>
              </a:rPr>
              <a:t>http://philosophy.fas.nyu.edu/docs/IO/1176/SchifferMeaningAndFormalSemantics.pdf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8"/>
              </a:rPr>
              <a:t>http://lohndal.com/wp-content/uploads/lasniklohndal.pdf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9"/>
              </a:rPr>
              <a:t>http://wac.colostate.edu/jbw/v6n2/noguchi.pdf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10"/>
              </a:rPr>
              <a:t>http://en.wikipedia.org/wiki/Generative_grammar</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11"/>
              </a:rPr>
              <a:t>http://lingo.stanford.edu/sag/papers/harman63.pdf</a:t>
            </a:r>
            <a:endParaRPr lang="en-US" sz="1400" b="1" u="sng" dirty="0" smtClean="0">
              <a:solidFill>
                <a:schemeClr val="accent1">
                  <a:lumMod val="90000"/>
                </a:schemeClr>
              </a:solidFill>
              <a:latin typeface="+mj-lt"/>
            </a:endParaRPr>
          </a:p>
          <a:p>
            <a:pPr algn="l">
              <a:buFont typeface="Arial" pitchFamily="34" charset="0"/>
              <a:buChar char="•"/>
            </a:pPr>
            <a:r>
              <a:rPr lang="en-US" sz="1400" b="1" u="sng" dirty="0" smtClean="0">
                <a:solidFill>
                  <a:schemeClr val="accent1">
                    <a:lumMod val="90000"/>
                  </a:schemeClr>
                </a:solidFill>
                <a:latin typeface="+mj-lt"/>
              </a:rPr>
              <a:t>The Study of Language by George Yule</a:t>
            </a:r>
          </a:p>
          <a:p>
            <a:pPr algn="l">
              <a:buFont typeface="Arial" pitchFamily="34" charset="0"/>
              <a:buChar char="•"/>
            </a:pPr>
            <a:r>
              <a:rPr lang="en-US" sz="1400" b="1" u="sng" dirty="0" smtClean="0">
                <a:solidFill>
                  <a:schemeClr val="accent1">
                    <a:lumMod val="90000"/>
                  </a:schemeClr>
                </a:solidFill>
                <a:latin typeface="+mj-lt"/>
              </a:rPr>
              <a:t>Some aspects of Linguistics by Famous Products</a:t>
            </a:r>
          </a:p>
          <a:p>
            <a:pPr algn="l">
              <a:buFont typeface="Arial" pitchFamily="34" charset="0"/>
              <a:buChar char="•"/>
            </a:pPr>
            <a:r>
              <a:rPr lang="en-US" sz="1400" b="1" u="sng" dirty="0" smtClean="0">
                <a:solidFill>
                  <a:schemeClr val="accent1">
                    <a:lumMod val="90000"/>
                  </a:schemeClr>
                </a:solidFill>
                <a:latin typeface="+mj-lt"/>
              </a:rPr>
              <a:t>An </a:t>
            </a:r>
            <a:r>
              <a:rPr lang="en-US" sz="1400" b="1" u="sng" dirty="0" err="1" smtClean="0">
                <a:solidFill>
                  <a:schemeClr val="accent1">
                    <a:lumMod val="90000"/>
                  </a:schemeClr>
                </a:solidFill>
                <a:latin typeface="+mj-lt"/>
              </a:rPr>
              <a:t>Intrduction</a:t>
            </a:r>
            <a:r>
              <a:rPr lang="en-US" sz="1400" b="1" u="sng" dirty="0" smtClean="0">
                <a:solidFill>
                  <a:schemeClr val="accent1">
                    <a:lumMod val="90000"/>
                  </a:schemeClr>
                </a:solidFill>
                <a:latin typeface="+mj-lt"/>
              </a:rPr>
              <a:t> to Linguistics by </a:t>
            </a:r>
            <a:r>
              <a:rPr lang="en-US" sz="1400" b="1" u="sng" dirty="0" err="1" smtClean="0">
                <a:solidFill>
                  <a:schemeClr val="accent1">
                    <a:lumMod val="90000"/>
                  </a:schemeClr>
                </a:solidFill>
                <a:latin typeface="+mj-lt"/>
              </a:rPr>
              <a:t>V.S.Parsad</a:t>
            </a:r>
            <a:endParaRPr lang="en-US" sz="1400" b="1" u="sng" dirty="0" smtClean="0">
              <a:solidFill>
                <a:schemeClr val="accent1">
                  <a:lumMod val="90000"/>
                </a:schemeClr>
              </a:solidFill>
              <a:latin typeface="+mj-lt"/>
            </a:endParaRPr>
          </a:p>
          <a:p>
            <a:pPr algn="l">
              <a:buFont typeface="Arial" pitchFamily="34" charset="0"/>
              <a:buChar char="•"/>
            </a:pPr>
            <a:r>
              <a:rPr lang="en-US" sz="1400" b="1" u="sng" dirty="0" smtClean="0">
                <a:solidFill>
                  <a:schemeClr val="accent1">
                    <a:lumMod val="90000"/>
                  </a:schemeClr>
                </a:solidFill>
                <a:latin typeface="+mj-lt"/>
              </a:rPr>
              <a:t>An </a:t>
            </a:r>
            <a:r>
              <a:rPr lang="en-US" sz="1400" b="1" u="sng" dirty="0" err="1" smtClean="0">
                <a:solidFill>
                  <a:schemeClr val="accent1">
                    <a:lumMod val="90000"/>
                  </a:schemeClr>
                </a:solidFill>
                <a:latin typeface="+mj-lt"/>
              </a:rPr>
              <a:t>Intoductory</a:t>
            </a:r>
            <a:r>
              <a:rPr lang="en-US" sz="1400" b="1" u="sng" dirty="0" smtClean="0">
                <a:solidFill>
                  <a:schemeClr val="accent1">
                    <a:lumMod val="90000"/>
                  </a:schemeClr>
                </a:solidFill>
                <a:latin typeface="+mj-lt"/>
              </a:rPr>
              <a:t> Text Book for Linguistics by Famous Products</a:t>
            </a:r>
          </a:p>
          <a:p>
            <a:pPr algn="l">
              <a:buFont typeface="Arial" pitchFamily="34" charset="0"/>
              <a:buChar char="•"/>
            </a:pPr>
            <a:r>
              <a:rPr lang="en-US" sz="1400" b="1" u="sng" dirty="0" smtClean="0">
                <a:solidFill>
                  <a:schemeClr val="accent1">
                    <a:lumMod val="90000"/>
                  </a:schemeClr>
                </a:solidFill>
                <a:latin typeface="+mj-lt"/>
              </a:rPr>
              <a:t>Language on Target by NKM</a:t>
            </a:r>
          </a:p>
          <a:p>
            <a:pPr algn="l">
              <a:buFont typeface="Arial" pitchFamily="34" charset="0"/>
              <a:buChar char="•"/>
            </a:pPr>
            <a:r>
              <a:rPr lang="en-US" sz="1400" b="1" u="sng" dirty="0" smtClean="0">
                <a:solidFill>
                  <a:schemeClr val="accent1">
                    <a:lumMod val="90000"/>
                  </a:schemeClr>
                </a:solidFill>
                <a:latin typeface="+mj-lt"/>
              </a:rPr>
              <a:t>An Easy Approach to Linguistics by NKM</a:t>
            </a:r>
          </a:p>
          <a:p>
            <a:pPr algn="l">
              <a:buFont typeface="Arial" pitchFamily="34" charset="0"/>
              <a:buChar char="•"/>
            </a:pPr>
            <a:r>
              <a:rPr lang="en-US" sz="1400" b="1" u="sng" dirty="0" smtClean="0">
                <a:solidFill>
                  <a:schemeClr val="accent1">
                    <a:lumMod val="90000"/>
                  </a:schemeClr>
                </a:solidFill>
                <a:latin typeface="+mj-lt"/>
              </a:rPr>
              <a:t>A Handbook of Linguistics by Famous Products</a:t>
            </a:r>
          </a:p>
          <a:p>
            <a:pPr algn="l">
              <a:buFont typeface="Arial" pitchFamily="34" charset="0"/>
              <a:buChar char="•"/>
            </a:pPr>
            <a:endParaRPr lang="en-US" sz="1400" dirty="0">
              <a:solidFill>
                <a:schemeClr val="accent1">
                  <a:lumMod val="90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8" grpId="0" animBg="1"/>
    </p:bldLst>
  </p:timing>
</p:sld>
</file>

<file path=ppt/theme/theme1.xml><?xml version="1.0" encoding="utf-8"?>
<a:theme xmlns:a="http://schemas.openxmlformats.org/drawingml/2006/main" name="Biography report presentation">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Century Gothic"/>
        <a:ea typeface=""/>
        <a:cs typeface="Times New Roman"/>
      </a:majorFont>
      <a:minorFont>
        <a:latin typeface="Century Gothic"/>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Biography report presentation</Template>
  <TotalTime>492</TotalTime>
  <Words>1146</Words>
  <Application>Microsoft PowerPoint</Application>
  <PresentationFormat>On-screen Show (4:3)</PresentationFormat>
  <Paragraphs>364</Paragraphs>
  <Slides>28</Slides>
  <Notes>26</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Biography report presentation</vt:lpstr>
      <vt:lpstr>Slide 1</vt:lpstr>
      <vt:lpstr>CHAPTER 8 SYNTAX</vt:lpstr>
      <vt:lpstr>Contents</vt:lpstr>
      <vt:lpstr>What is Syntax?</vt:lpstr>
      <vt:lpstr>What is Grammar?</vt:lpstr>
      <vt:lpstr>Types of Grammar</vt:lpstr>
      <vt:lpstr>Generative Grammar</vt:lpstr>
      <vt:lpstr>Deep and Surface  Structure</vt:lpstr>
      <vt:lpstr>Deep and Surface  Structure</vt:lpstr>
      <vt:lpstr>Deep and Surface  Structure</vt:lpstr>
      <vt:lpstr>Structural Ambiguity</vt:lpstr>
      <vt:lpstr>Tree Diagram</vt:lpstr>
      <vt:lpstr>Tree Diagram</vt:lpstr>
      <vt:lpstr>Tree Diagram</vt:lpstr>
      <vt:lpstr>Symbols used in Tree Diagram</vt:lpstr>
      <vt:lpstr>Phrase Structure Rules</vt:lpstr>
      <vt:lpstr>Lexical Rules</vt:lpstr>
      <vt:lpstr>Movement rules</vt:lpstr>
      <vt:lpstr>Movement rules</vt:lpstr>
      <vt:lpstr>Movement rules</vt:lpstr>
      <vt:lpstr>Movement rules</vt:lpstr>
      <vt:lpstr>Recursion</vt:lpstr>
      <vt:lpstr>Recursion</vt:lpstr>
      <vt:lpstr>Complement Phrase</vt:lpstr>
      <vt:lpstr>Complement Phrase</vt:lpstr>
      <vt:lpstr>Query Session</vt:lpstr>
      <vt:lpstr>Thanks</vt:lpstr>
      <vt:lpstr>Bibliography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life and times  of Coretta Scott King</dc:title>
  <dc:creator>ASIF ALI RAZA</dc:creator>
  <cp:lastModifiedBy>ASIF ALI RAZA</cp:lastModifiedBy>
  <cp:revision>142</cp:revision>
  <cp:lastPrinted>1601-01-01T00:00:00Z</cp:lastPrinted>
  <dcterms:created xsi:type="dcterms:W3CDTF">2014-02-19T15:42:30Z</dcterms:created>
  <dcterms:modified xsi:type="dcterms:W3CDTF">2014-07-17T14:34:02Z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TC101030671033</vt:lpwstr>
  </property>
</Properties>
</file>